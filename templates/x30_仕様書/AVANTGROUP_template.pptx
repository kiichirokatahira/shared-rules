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99" r:id="rId4"/>
    <p:sldMasterId id="2147483707" r:id="rId5"/>
    <p:sldMasterId id="2147483817" r:id="rId6"/>
    <p:sldMasterId id="2147483780" r:id="rId7"/>
  </p:sldMasterIdLst>
  <p:notesMasterIdLst>
    <p:notesMasterId r:id="rId18"/>
  </p:notesMasterIdLst>
  <p:handoutMasterIdLst>
    <p:handoutMasterId r:id="rId19"/>
  </p:handoutMasterIdLst>
  <p:sldIdLst>
    <p:sldId id="491" r:id="rId8"/>
    <p:sldId id="416" r:id="rId9"/>
    <p:sldId id="451" r:id="rId10"/>
    <p:sldId id="464" r:id="rId11"/>
    <p:sldId id="450" r:id="rId12"/>
    <p:sldId id="442" r:id="rId13"/>
    <p:sldId id="490" r:id="rId14"/>
    <p:sldId id="487" r:id="rId15"/>
    <p:sldId id="488" r:id="rId16"/>
    <p:sldId id="489" r:id="rId17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変更履歴" id="{4C5B0F88-6036-4607-8C81-F02DBD534C7C}">
          <p14:sldIdLst>
            <p14:sldId id="491"/>
          </p14:sldIdLst>
        </p14:section>
        <p14:section name="ご利用の前に" id="{6355CCAB-F022-4BE2-8A8F-3F24F9D11F51}">
          <p14:sldIdLst>
            <p14:sldId id="416"/>
            <p14:sldId id="451"/>
            <p14:sldId id="464"/>
            <p14:sldId id="450"/>
            <p14:sldId id="442"/>
          </p14:sldIdLst>
        </p14:section>
        <p14:section name="テンプレート" id="{98326AC7-C7E4-469C-8656-7005941E85FA}">
          <p14:sldIdLst>
            <p14:sldId id="490"/>
            <p14:sldId id="487"/>
            <p14:sldId id="488"/>
            <p14:sldId id="48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471D"/>
    <a:srgbClr val="FCDC59"/>
    <a:srgbClr val="E9EAF5"/>
    <a:srgbClr val="5D5D5D"/>
    <a:srgbClr val="E65A28"/>
    <a:srgbClr val="E65A2B"/>
    <a:srgbClr val="829DC4"/>
    <a:srgbClr val="F27F61"/>
    <a:srgbClr val="DE581F"/>
    <a:srgbClr val="809C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13" autoAdjust="0"/>
    <p:restoredTop sz="94694"/>
  </p:normalViewPr>
  <p:slideViewPr>
    <p:cSldViewPr snapToObjects="1" showGuides="1">
      <p:cViewPr varScale="1">
        <p:scale>
          <a:sx n="102" d="100"/>
          <a:sy n="102" d="100"/>
        </p:scale>
        <p:origin x="57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Objects="1" showGuides="1">
      <p:cViewPr varScale="1">
        <p:scale>
          <a:sx n="80" d="100"/>
          <a:sy n="80" d="100"/>
        </p:scale>
        <p:origin x="401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41B2CC05-75F1-49CB-93AE-AAD6E84510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A9F2766-42BA-4C5C-8264-FFC4CE13E7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5839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5F26ED-59AE-449D-AD46-2195D1B0F82A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5C4F7ED-AF3C-4F5E-B510-CF704D18EE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40648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9EDAB4A-E2FD-4C42-B6D6-A28F9FB80F5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5839" y="9440648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76A4B-C9AD-48E0-9523-3F35223441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99118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C074D-351E-4BC3-AA1D-45422119BD13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0648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839" y="9440648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113005-B7FC-44FD-87D1-949E6F52C5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9405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13">
            <a:extLst>
              <a:ext uri="{FF2B5EF4-FFF2-40B4-BE49-F238E27FC236}">
                <a16:creationId xmlns:a16="http://schemas.microsoft.com/office/drawing/2014/main" id="{1CCA1A36-390A-48E6-9FC8-D161F1D950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368" y="2348750"/>
            <a:ext cx="7272808" cy="584775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spcBef>
                <a:spcPts val="0"/>
              </a:spcBef>
              <a:defRPr sz="1600" b="0" i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algn="l">
              <a:defRPr sz="1600" b="0" i="0">
                <a:latin typeface="Koburina Gothic StdN W3" panose="020B0300000000000000" pitchFamily="34" charset="-128"/>
                <a:ea typeface="Koburina Gothic StdN W3" panose="020B0300000000000000" pitchFamily="34" charset="-128"/>
              </a:defRPr>
            </a:lvl2pPr>
            <a:lvl3pPr algn="l">
              <a:defRPr sz="1600" b="0" i="0">
                <a:latin typeface="Koburina Gothic StdN W3" panose="020B0300000000000000" pitchFamily="34" charset="-128"/>
                <a:ea typeface="Koburina Gothic StdN W3" panose="020B0300000000000000" pitchFamily="34" charset="-128"/>
              </a:defRPr>
            </a:lvl3pPr>
            <a:lvl4pPr algn="l">
              <a:defRPr sz="1600" b="0" i="0">
                <a:latin typeface="Koburina Gothic StdN W3" panose="020B0300000000000000" pitchFamily="34" charset="-128"/>
                <a:ea typeface="Koburina Gothic StdN W3" panose="020B0300000000000000" pitchFamily="34" charset="-128"/>
              </a:defRPr>
            </a:lvl4pPr>
            <a:lvl5pPr algn="l">
              <a:defRPr sz="1600" b="0" i="0">
                <a:latin typeface="Koburina Gothic StdN W3" panose="020B0300000000000000" pitchFamily="34" charset="-128"/>
                <a:ea typeface="Koburina Gothic StdN W3" panose="020B0300000000000000" pitchFamily="34" charset="-128"/>
              </a:defRPr>
            </a:lvl5pPr>
          </a:lstStyle>
          <a:p>
            <a:pPr lvl="0"/>
            <a:r>
              <a:rPr kumimoji="1" lang="ja-JP" altLang="en-US" dirty="0"/>
              <a:t>一段目には社名 部門名、二段目には氏名が入ります。</a:t>
            </a:r>
            <a:r>
              <a:rPr kumimoji="1" lang="en-US" altLang="ja-JP" dirty="0"/>
              <a:t>16pt</a:t>
            </a:r>
          </a:p>
          <a:p>
            <a:pPr lvl="0"/>
            <a:endParaRPr kumimoji="1" lang="en-US" altLang="ja-JP" dirty="0"/>
          </a:p>
        </p:txBody>
      </p:sp>
      <p:sp>
        <p:nvSpPr>
          <p:cNvPr id="10" name="テキスト プレースホルダー 11">
            <a:extLst>
              <a:ext uri="{FF2B5EF4-FFF2-40B4-BE49-F238E27FC236}">
                <a16:creationId xmlns:a16="http://schemas.microsoft.com/office/drawing/2014/main" id="{2ABCF989-3ED0-4375-AF00-D74E5DA83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368" y="3150849"/>
            <a:ext cx="4104456" cy="288000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spcBef>
                <a:spcPts val="0"/>
              </a:spcBef>
              <a:defRPr sz="1200" b="0" i="0" spc="50" baseline="0">
                <a:solidFill>
                  <a:schemeClr val="tx1"/>
                </a:solidFill>
                <a:latin typeface="(日本語用のフォントを使用)"/>
                <a:ea typeface="游ゴシック" panose="020B0400000000000000" pitchFamily="50" charset="-128"/>
                <a:cs typeface="Verdana" panose="020B0604030504040204" pitchFamily="34" charset="0"/>
              </a:defRPr>
            </a:lvl1pPr>
          </a:lstStyle>
          <a:p>
            <a:pPr lvl="0"/>
            <a:r>
              <a:rPr kumimoji="1" lang="en-US" altLang="ja-JP" dirty="0"/>
              <a:t>Date:</a:t>
            </a:r>
            <a:r>
              <a:rPr kumimoji="1" lang="en" altLang="ja-JP" dirty="0"/>
              <a:t> 20</a:t>
            </a:r>
            <a:r>
              <a:rPr kumimoji="1" lang="en-US" altLang="ja-JP" dirty="0"/>
              <a:t>XX</a:t>
            </a:r>
            <a:r>
              <a:rPr kumimoji="1" lang="en" altLang="ja-JP" dirty="0"/>
              <a:t>.00.00 1</a:t>
            </a:r>
            <a:r>
              <a:rPr kumimoji="1" lang="en-US" altLang="ja-JP" dirty="0"/>
              <a:t>2</a:t>
            </a:r>
            <a:r>
              <a:rPr kumimoji="1" lang="en" altLang="ja-JP" dirty="0"/>
              <a:t>pt </a:t>
            </a:r>
            <a:r>
              <a:rPr kumimoji="1" lang="en-US" altLang="ja-JP" dirty="0"/>
              <a:t>※</a:t>
            </a:r>
            <a:r>
              <a:rPr kumimoji="1" lang="ja-JP" altLang="en-US" dirty="0"/>
              <a:t>日付は必ず入れてください</a:t>
            </a:r>
          </a:p>
        </p:txBody>
      </p:sp>
      <p:sp>
        <p:nvSpPr>
          <p:cNvPr id="11" name="テキスト プレースホルダー 13">
            <a:extLst>
              <a:ext uri="{FF2B5EF4-FFF2-40B4-BE49-F238E27FC236}">
                <a16:creationId xmlns:a16="http://schemas.microsoft.com/office/drawing/2014/main" id="{5F5606F2-AFCC-441F-9B74-D88FF64DEE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7368" y="1787267"/>
            <a:ext cx="7272808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spcBef>
                <a:spcPts val="0"/>
              </a:spcBef>
              <a:defRPr sz="1600" b="0" i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algn="l">
              <a:defRPr sz="1600" b="0" i="0">
                <a:latin typeface="Koburina Gothic StdN W3" panose="020B0300000000000000" pitchFamily="34" charset="-128"/>
                <a:ea typeface="Koburina Gothic StdN W3" panose="020B0300000000000000" pitchFamily="34" charset="-128"/>
              </a:defRPr>
            </a:lvl2pPr>
            <a:lvl3pPr algn="l">
              <a:defRPr sz="1600" b="0" i="0">
                <a:latin typeface="Koburina Gothic StdN W3" panose="020B0300000000000000" pitchFamily="34" charset="-128"/>
                <a:ea typeface="Koburina Gothic StdN W3" panose="020B0300000000000000" pitchFamily="34" charset="-128"/>
              </a:defRPr>
            </a:lvl3pPr>
            <a:lvl4pPr algn="l">
              <a:defRPr sz="1600" b="0" i="0">
                <a:latin typeface="Koburina Gothic StdN W3" panose="020B0300000000000000" pitchFamily="34" charset="-128"/>
                <a:ea typeface="Koburina Gothic StdN W3" panose="020B0300000000000000" pitchFamily="34" charset="-128"/>
              </a:defRPr>
            </a:lvl4pPr>
            <a:lvl5pPr algn="l">
              <a:defRPr sz="1600" b="0" i="0">
                <a:latin typeface="Koburina Gothic StdN W3" panose="020B0300000000000000" pitchFamily="34" charset="-128"/>
                <a:ea typeface="Koburina Gothic StdN W3" panose="020B0300000000000000" pitchFamily="34" charset="-128"/>
              </a:defRPr>
            </a:lvl5pPr>
          </a:lstStyle>
          <a:p>
            <a:pPr lvl="0"/>
            <a:r>
              <a:rPr kumimoji="1" lang="ja-JP" altLang="en-US" dirty="0"/>
              <a:t>サブタイトルが入ります。サブタイトルが入ります。 </a:t>
            </a:r>
            <a:r>
              <a:rPr kumimoji="1" lang="en-US" altLang="ja-JP" dirty="0"/>
              <a:t>16pt</a:t>
            </a:r>
          </a:p>
        </p:txBody>
      </p:sp>
      <p:sp>
        <p:nvSpPr>
          <p:cNvPr id="13" name="テキスト プレースホルダー 15">
            <a:extLst>
              <a:ext uri="{FF2B5EF4-FFF2-40B4-BE49-F238E27FC236}">
                <a16:creationId xmlns:a16="http://schemas.microsoft.com/office/drawing/2014/main" id="{6A699A7F-E7B7-4C19-9A93-4C253F58D36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07368" y="1171493"/>
            <a:ext cx="8136000" cy="504000"/>
          </a:xfrm>
          <a:prstGeom prst="rect">
            <a:avLst/>
          </a:prstGeom>
        </p:spPr>
        <p:txBody>
          <a:bodyPr>
            <a:sp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7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  <a:lvl2pPr algn="l">
              <a:defRPr sz="2600" b="1" i="0">
                <a:latin typeface="Koburina Gothic StdN W6" panose="020B0300000000000000" pitchFamily="34" charset="-128"/>
                <a:ea typeface="Koburina Gothic StdN W6" panose="020B0300000000000000" pitchFamily="34" charset="-128"/>
              </a:defRPr>
            </a:lvl2pPr>
            <a:lvl3pPr algn="l">
              <a:defRPr sz="2600" b="1" i="0">
                <a:latin typeface="Koburina Gothic StdN W6" panose="020B0300000000000000" pitchFamily="34" charset="-128"/>
                <a:ea typeface="Koburina Gothic StdN W6" panose="020B0300000000000000" pitchFamily="34" charset="-128"/>
              </a:defRPr>
            </a:lvl3pPr>
            <a:lvl4pPr algn="l">
              <a:defRPr sz="2600" b="1" i="0">
                <a:latin typeface="Koburina Gothic StdN W6" panose="020B0300000000000000" pitchFamily="34" charset="-128"/>
                <a:ea typeface="Koburina Gothic StdN W6" panose="020B0300000000000000" pitchFamily="34" charset="-128"/>
              </a:defRPr>
            </a:lvl4pPr>
            <a:lvl5pPr algn="l">
              <a:defRPr sz="2600" b="1" i="0">
                <a:latin typeface="Koburina Gothic StdN W6" panose="020B0300000000000000" pitchFamily="34" charset="-128"/>
                <a:ea typeface="Koburina Gothic StdN W6" panose="020B0300000000000000" pitchFamily="34" charset="-128"/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72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1" lang="ja-JP" altLang="en-US" dirty="0"/>
              <a:t>タイトルが入ります。タイトルが入ります。</a:t>
            </a:r>
            <a:r>
              <a:rPr kumimoji="1" lang="en-US" altLang="ja-JP" dirty="0"/>
              <a:t>27pt</a:t>
            </a:r>
          </a:p>
        </p:txBody>
      </p:sp>
      <p:sp>
        <p:nvSpPr>
          <p:cNvPr id="7" name="テキスト プレースホルダー 13">
            <a:extLst>
              <a:ext uri="{FF2B5EF4-FFF2-40B4-BE49-F238E27FC236}">
                <a16:creationId xmlns:a16="http://schemas.microsoft.com/office/drawing/2014/main" id="{32BE7763-FC70-49EE-8944-B42525B093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368" y="790563"/>
            <a:ext cx="5112568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spcBef>
                <a:spcPts val="0"/>
              </a:spcBef>
              <a:defRPr sz="1400" b="0" i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algn="l">
              <a:defRPr sz="1600" b="0" i="0">
                <a:latin typeface="Koburina Gothic StdN W3" panose="020B0300000000000000" pitchFamily="34" charset="-128"/>
                <a:ea typeface="Koburina Gothic StdN W3" panose="020B0300000000000000" pitchFamily="34" charset="-128"/>
              </a:defRPr>
            </a:lvl2pPr>
            <a:lvl3pPr algn="l">
              <a:defRPr sz="1600" b="0" i="0">
                <a:latin typeface="Koburina Gothic StdN W3" panose="020B0300000000000000" pitchFamily="34" charset="-128"/>
                <a:ea typeface="Koburina Gothic StdN W3" panose="020B0300000000000000" pitchFamily="34" charset="-128"/>
              </a:defRPr>
            </a:lvl3pPr>
            <a:lvl4pPr algn="l">
              <a:defRPr sz="1600" b="0" i="0">
                <a:latin typeface="Koburina Gothic StdN W3" panose="020B0300000000000000" pitchFamily="34" charset="-128"/>
                <a:ea typeface="Koburina Gothic StdN W3" panose="020B0300000000000000" pitchFamily="34" charset="-128"/>
              </a:defRPr>
            </a:lvl4pPr>
            <a:lvl5pPr algn="l">
              <a:defRPr sz="1600" b="0" i="0">
                <a:latin typeface="Koburina Gothic StdN W3" panose="020B0300000000000000" pitchFamily="34" charset="-128"/>
                <a:ea typeface="Koburina Gothic StdN W3" panose="020B0300000000000000" pitchFamily="34" charset="-128"/>
              </a:defRPr>
            </a:lvl5pPr>
          </a:lstStyle>
          <a:p>
            <a:pPr lvl="0"/>
            <a:r>
              <a:rPr kumimoji="1" lang="ja-JP" altLang="en-US" dirty="0"/>
              <a:t>株式会社○○○○○御中 </a:t>
            </a:r>
            <a:r>
              <a:rPr kumimoji="1" lang="en-US" altLang="ja-JP" dirty="0"/>
              <a:t>14pt</a:t>
            </a:r>
          </a:p>
        </p:txBody>
      </p:sp>
    </p:spTree>
    <p:extLst>
      <p:ext uri="{BB962C8B-B14F-4D97-AF65-F5344CB8AC3E}">
        <p14:creationId xmlns:p14="http://schemas.microsoft.com/office/powerpoint/2010/main" val="544138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プレースホルダー 1">
            <a:extLst>
              <a:ext uri="{FF2B5EF4-FFF2-40B4-BE49-F238E27FC236}">
                <a16:creationId xmlns:a16="http://schemas.microsoft.com/office/drawing/2014/main" id="{C21D027D-1D61-5549-A702-A97FB4FB48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368" y="3213046"/>
            <a:ext cx="9936000" cy="477054"/>
          </a:xfrm>
          <a:prstGeom prst="rect">
            <a:avLst/>
          </a:prstGeom>
        </p:spPr>
        <p:txBody>
          <a:bodyPr vert="horz" lIns="91440" tIns="45720" rIns="91440" bIns="45720" rtlCol="0" anchor="t">
            <a:spAutoFit/>
          </a:bodyPr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kumimoji="1" lang="ja-JP" altLang="en-US" dirty="0"/>
              <a:t>中表紙のタイトルが入ります</a:t>
            </a:r>
            <a:r>
              <a:rPr kumimoji="1" lang="en-US" altLang="ja-JP" dirty="0"/>
              <a:t> 25pt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18449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CF70BD1B-9DD8-46E3-8C52-BBF34BF16E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913" y="888274"/>
            <a:ext cx="11304000" cy="5396349"/>
          </a:xfrm>
          <a:prstGeom prst="rect">
            <a:avLst/>
          </a:prstGeom>
        </p:spPr>
        <p:txBody>
          <a:bodyPr>
            <a:spAutoFit/>
          </a:bodyPr>
          <a:lstStyle>
            <a:lvl1pPr marL="342900" indent="-342900" algn="l">
              <a:buFont typeface="Arial" panose="020B0604020202020204" pitchFamily="34" charset="0"/>
              <a:buChar char="•"/>
              <a:defRPr sz="2200"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>
                <a:latin typeface="游ゴシック" panose="020B0400000000000000" pitchFamily="50" charset="-128"/>
                <a:ea typeface="游ゴシック" panose="020B0400000000000000" pitchFamily="50" charset="-128"/>
              </a:defRPr>
            </a:lvl2pPr>
            <a:lvl3pPr marL="1143000" indent="-228600" algn="l">
              <a:buFont typeface="Arial" panose="020B0604020202020204" pitchFamily="34" charset="0"/>
              <a:buChar char="•"/>
              <a:defRPr sz="1800">
                <a:latin typeface="游ゴシック" panose="020B0400000000000000" pitchFamily="50" charset="-128"/>
                <a:ea typeface="游ゴシック" panose="020B0400000000000000" pitchFamily="50" charset="-128"/>
              </a:defRPr>
            </a:lvl3pPr>
            <a:lvl4pPr marL="1600200" indent="-228600" algn="l">
              <a:buFont typeface="Arial" panose="020B0604020202020204" pitchFamily="34" charset="0"/>
              <a:buChar char="•"/>
              <a:defRPr sz="1600">
                <a:latin typeface="游ゴシック" panose="020B0400000000000000" pitchFamily="50" charset="-128"/>
                <a:ea typeface="游ゴシック" panose="020B0400000000000000" pitchFamily="50" charset="-128"/>
              </a:defRPr>
            </a:lvl4pPr>
            <a:lvl5pPr marL="2057400" indent="-228600" algn="l">
              <a:buFont typeface="Arial" panose="020B0604020202020204" pitchFamily="34" charset="0"/>
              <a:buChar char="•"/>
              <a:defRPr sz="1400">
                <a:latin typeface="游ゴシック" panose="020B0400000000000000" pitchFamily="50" charset="-128"/>
                <a:ea typeface="游ゴシック" panose="020B0400000000000000" pitchFamily="50" charset="-128"/>
              </a:defRPr>
            </a:lvl5pPr>
          </a:lstStyle>
          <a:p>
            <a:pPr lvl="0"/>
            <a:r>
              <a:rPr kumimoji="1" lang="ja-JP" altLang="en-US" dirty="0"/>
              <a:t>マスター テキストの書式設定 </a:t>
            </a:r>
            <a:r>
              <a:rPr kumimoji="1" lang="en-US" altLang="ja-JP" dirty="0"/>
              <a:t>22pt</a:t>
            </a:r>
            <a:endParaRPr kumimoji="1" lang="ja-JP" altLang="en-US" dirty="0"/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 </a:t>
            </a:r>
            <a:r>
              <a:rPr kumimoji="1" lang="en-US" altLang="ja-JP" dirty="0"/>
              <a:t>20pt</a:t>
            </a:r>
            <a:endParaRPr kumimoji="1" lang="ja-JP" altLang="en-US" dirty="0"/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 </a:t>
            </a:r>
            <a:r>
              <a:rPr kumimoji="1" lang="en-US" altLang="ja-JP" dirty="0"/>
              <a:t>18pt</a:t>
            </a:r>
            <a:endParaRPr kumimoji="1" lang="ja-JP" altLang="en-US" dirty="0"/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 </a:t>
            </a:r>
            <a:r>
              <a:rPr kumimoji="1" lang="en-US" altLang="ja-JP" dirty="0"/>
              <a:t>16pt</a:t>
            </a:r>
            <a:endParaRPr kumimoji="1" lang="ja-JP" altLang="en-US" dirty="0"/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 </a:t>
            </a:r>
            <a:r>
              <a:rPr kumimoji="1" lang="en-US" altLang="ja-JP" dirty="0"/>
              <a:t>14pt</a:t>
            </a:r>
            <a:br>
              <a:rPr kumimoji="1" lang="en-US" altLang="ja-JP" dirty="0"/>
            </a:br>
            <a:br>
              <a:rPr kumimoji="1" lang="en-US" altLang="ja-JP" dirty="0"/>
            </a:br>
            <a:br>
              <a:rPr kumimoji="1" lang="en-US" altLang="ja-JP" dirty="0"/>
            </a:br>
            <a:br>
              <a:rPr kumimoji="1" lang="en-US" altLang="ja-JP" dirty="0"/>
            </a:br>
            <a:br>
              <a:rPr kumimoji="1" lang="en-US" altLang="ja-JP" dirty="0"/>
            </a:br>
            <a:br>
              <a:rPr kumimoji="1" lang="en-US" altLang="ja-JP" dirty="0"/>
            </a:br>
            <a:br>
              <a:rPr kumimoji="1" lang="en-US" altLang="ja-JP" dirty="0"/>
            </a:br>
            <a:br>
              <a:rPr kumimoji="1" lang="en-US" altLang="ja-JP" dirty="0"/>
            </a:br>
            <a:br>
              <a:rPr kumimoji="1" lang="en-US" altLang="ja-JP" dirty="0"/>
            </a:br>
            <a:br>
              <a:rPr kumimoji="1" lang="en-US" altLang="ja-JP" dirty="0"/>
            </a:br>
            <a:br>
              <a:rPr kumimoji="1" lang="en-US" altLang="ja-JP" dirty="0"/>
            </a:br>
            <a:br>
              <a:rPr kumimoji="1" lang="en-US" altLang="ja-JP" dirty="0"/>
            </a:br>
            <a:br>
              <a:rPr kumimoji="1" lang="en-US" altLang="ja-JP" dirty="0"/>
            </a:br>
            <a:br>
              <a:rPr kumimoji="1" lang="en-US" altLang="ja-JP" dirty="0"/>
            </a:br>
            <a:br>
              <a:rPr kumimoji="1" lang="en-US" altLang="ja-JP" dirty="0"/>
            </a:br>
            <a:br>
              <a:rPr kumimoji="1" lang="en-US" altLang="ja-JP" dirty="0"/>
            </a:br>
            <a:br>
              <a:rPr kumimoji="1" lang="en-US" altLang="ja-JP" dirty="0"/>
            </a:br>
            <a:endParaRPr kumimoji="1" lang="ja-JP" altLang="en-US" dirty="0"/>
          </a:p>
        </p:txBody>
      </p:sp>
      <p:sp>
        <p:nvSpPr>
          <p:cNvPr id="5" name="タイトル プレースホルダー 1">
            <a:extLst>
              <a:ext uri="{FF2B5EF4-FFF2-40B4-BE49-F238E27FC236}">
                <a16:creationId xmlns:a16="http://schemas.microsoft.com/office/drawing/2014/main" id="{D82898C7-A4F5-4393-AACB-3E7A55A690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0147" y="300446"/>
            <a:ext cx="9936000" cy="477054"/>
          </a:xfrm>
          <a:prstGeom prst="rect">
            <a:avLst/>
          </a:prstGeom>
        </p:spPr>
        <p:txBody>
          <a:bodyPr vert="horz" lIns="91440" tIns="45720" rIns="91440" bIns="45720" rtlCol="0" anchor="t">
            <a:spAutoFit/>
          </a:bodyPr>
          <a:lstStyle>
            <a:lvl1pPr>
              <a:lnSpc>
                <a:spcPct val="100000"/>
              </a:lnSpc>
              <a:defRPr b="1" i="0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 dirty="0"/>
              <a:t>目次、中ページのタイトルが入ります</a:t>
            </a:r>
            <a:r>
              <a:rPr kumimoji="1" lang="en-US" altLang="ja-JP" dirty="0"/>
              <a:t> 25pt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314821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257" userDrawn="1">
          <p15:clr>
            <a:srgbClr val="FBAE40"/>
          </p15:clr>
        </p15:guide>
        <p15:guide id="3" pos="7423" userDrawn="1">
          <p15:clr>
            <a:srgbClr val="FBAE40"/>
          </p15:clr>
        </p15:guide>
        <p15:guide id="4" orient="horz" pos="550" userDrawn="1">
          <p15:clr>
            <a:srgbClr val="FBAE40"/>
          </p15:clr>
        </p15:guide>
        <p15:guide id="5" orient="horz" pos="40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35348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背景パターン&#10;&#10;自動的に生成された説明">
            <a:extLst>
              <a:ext uri="{FF2B5EF4-FFF2-40B4-BE49-F238E27FC236}">
                <a16:creationId xmlns:a16="http://schemas.microsoft.com/office/drawing/2014/main" id="{66DCA842-A0D6-4BA6-BB21-684F2D56EE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38784" y="1163442"/>
            <a:ext cx="3011369" cy="3011158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9E8F3D3F-80E2-482D-95B8-D0BA42DE0B7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72620" y="918254"/>
            <a:ext cx="791180" cy="756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D7D1B57D-78B8-4EFC-8CB2-E3C823B149A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91399" y="373064"/>
            <a:ext cx="1658754" cy="151200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85975F27-C377-431D-9001-AB2789FBB21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2734" y="767910"/>
            <a:ext cx="1168589" cy="79200"/>
          </a:xfrm>
          <a:prstGeom prst="rect">
            <a:avLst/>
          </a:prstGeom>
        </p:spPr>
      </p:pic>
      <p:sp>
        <p:nvSpPr>
          <p:cNvPr id="11" name="object 103">
            <a:extLst>
              <a:ext uri="{FF2B5EF4-FFF2-40B4-BE49-F238E27FC236}">
                <a16:creationId xmlns:a16="http://schemas.microsoft.com/office/drawing/2014/main" id="{9E136D17-3973-4A40-AA8D-9B55AAEB18C5}"/>
              </a:ext>
            </a:extLst>
          </p:cNvPr>
          <p:cNvSpPr txBox="1"/>
          <p:nvPr userDrawn="1"/>
        </p:nvSpPr>
        <p:spPr>
          <a:xfrm>
            <a:off x="428606" y="6542634"/>
            <a:ext cx="2916000" cy="132053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 marL="7701">
              <a:lnSpc>
                <a:spcPct val="100000"/>
              </a:lnSpc>
              <a:spcBef>
                <a:spcPts val="69"/>
              </a:spcBef>
            </a:pPr>
            <a:r>
              <a:rPr sz="800" spc="0" baseline="0" dirty="0">
                <a:solidFill>
                  <a:srgbClr val="231915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YuGoPr6N-Medium"/>
              </a:rPr>
              <a:t>©</a:t>
            </a:r>
            <a:r>
              <a:rPr lang="en-US" sz="800" spc="0" baseline="0" dirty="0">
                <a:solidFill>
                  <a:srgbClr val="231915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YuGoPr6N-Medium"/>
              </a:rPr>
              <a:t>AVANT GROUP</a:t>
            </a:r>
            <a:r>
              <a:rPr sz="800" spc="0" baseline="0" dirty="0">
                <a:solidFill>
                  <a:srgbClr val="231915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YuGoPr6N-Medium"/>
              </a:rPr>
              <a:t> CORPORATION. A</a:t>
            </a:r>
            <a:r>
              <a:rPr lang="en-US" sz="800" spc="0" baseline="0" dirty="0">
                <a:solidFill>
                  <a:srgbClr val="231915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YuGoPr6N-Medium"/>
              </a:rPr>
              <a:t>ll</a:t>
            </a:r>
            <a:r>
              <a:rPr sz="800" spc="0" baseline="0" dirty="0">
                <a:solidFill>
                  <a:srgbClr val="231915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YuGoPr6N-Medium"/>
              </a:rPr>
              <a:t> R</a:t>
            </a:r>
            <a:r>
              <a:rPr lang="en-US" sz="800" spc="0" baseline="0" dirty="0">
                <a:solidFill>
                  <a:srgbClr val="231915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YuGoPr6N-Medium"/>
              </a:rPr>
              <a:t>ights</a:t>
            </a:r>
            <a:r>
              <a:rPr sz="800" spc="0" baseline="0" dirty="0">
                <a:solidFill>
                  <a:srgbClr val="231915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YuGoPr6N-Medium"/>
              </a:rPr>
              <a:t> R</a:t>
            </a:r>
            <a:r>
              <a:rPr lang="en-US" sz="800" spc="0" baseline="0" dirty="0">
                <a:solidFill>
                  <a:srgbClr val="231915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YuGoPr6N-Medium"/>
              </a:rPr>
              <a:t>eserved</a:t>
            </a:r>
            <a:r>
              <a:rPr sz="800" spc="0" baseline="0" dirty="0">
                <a:solidFill>
                  <a:srgbClr val="231915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YuGoPr6N-Medium"/>
              </a:rPr>
              <a:t>.</a:t>
            </a:r>
            <a:endParaRPr sz="800" spc="0" baseline="0" dirty="0">
              <a:latin typeface="游ゴシック" panose="020B0400000000000000" pitchFamily="50" charset="-128"/>
              <a:ea typeface="游ゴシック" panose="020B0400000000000000" pitchFamily="50" charset="-128"/>
              <a:cs typeface="YuGoPr6N-Medium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F57487D6-1C67-4E62-AE6F-D62E091CDFCB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89187" y="6525344"/>
            <a:ext cx="1362436" cy="16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688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ctr" defTabSz="457200" rtl="0" eaLnBrk="1" latinLnBrk="0" hangingPunct="1">
        <a:spcBef>
          <a:spcPct val="20000"/>
        </a:spcBef>
        <a:buFont typeface="Arial"/>
        <a:buNone/>
        <a:defRPr kumimoji="1"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10" userDrawn="1">
          <p15:clr>
            <a:srgbClr val="F26B43"/>
          </p15:clr>
        </p15:guide>
        <p15:guide id="2" pos="257" userDrawn="1">
          <p15:clr>
            <a:srgbClr val="F26B43"/>
          </p15:clr>
        </p15:guide>
        <p15:guide id="3" pos="7423" userDrawn="1">
          <p15:clr>
            <a:srgbClr val="F26B43"/>
          </p15:clr>
        </p15:guide>
        <p15:guide id="4" orient="horz" pos="210" userDrawn="1">
          <p15:clr>
            <a:srgbClr val="F26B43"/>
          </p15:clr>
        </p15:guide>
        <p15:guide id="5" orient="horz" pos="731" userDrawn="1">
          <p15:clr>
            <a:srgbClr val="F26B43"/>
          </p15:clr>
        </p15:guide>
        <p15:guide id="6" pos="549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 descr="背景パターン&#10;&#10;自動的に生成された説明">
            <a:extLst>
              <a:ext uri="{FF2B5EF4-FFF2-40B4-BE49-F238E27FC236}">
                <a16:creationId xmlns:a16="http://schemas.microsoft.com/office/drawing/2014/main" id="{130D6BD7-5A00-438D-87F0-64BAAE9D16D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2402" y="377825"/>
            <a:ext cx="1296686" cy="1296595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4A01DE9-FB4D-4043-85B7-960BF6F12611}"/>
              </a:ext>
            </a:extLst>
          </p:cNvPr>
          <p:cNvSpPr txBox="1"/>
          <p:nvPr userDrawn="1"/>
        </p:nvSpPr>
        <p:spPr>
          <a:xfrm>
            <a:off x="11402721" y="6493615"/>
            <a:ext cx="4200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8B37E12-8775-4650-9E37-296401A07D80}" type="slidenum">
              <a:rPr kumimoji="1" lang="ja-JP" altLang="en-US" sz="800" smtClean="0">
                <a:latin typeface="游ゴシック" panose="020B0400000000000000" pitchFamily="50" charset="-128"/>
                <a:ea typeface="游ゴシック" panose="020B0400000000000000" pitchFamily="50" charset="-128"/>
              </a:rPr>
              <a:t>‹#›</a:t>
            </a:fld>
            <a:endParaRPr kumimoji="1" lang="ja-JP" altLang="en-US" sz="8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3" name="object 103">
            <a:extLst>
              <a:ext uri="{FF2B5EF4-FFF2-40B4-BE49-F238E27FC236}">
                <a16:creationId xmlns:a16="http://schemas.microsoft.com/office/drawing/2014/main" id="{AFC0C4CC-5762-4740-B15E-3F831FBF33B3}"/>
              </a:ext>
            </a:extLst>
          </p:cNvPr>
          <p:cNvSpPr txBox="1"/>
          <p:nvPr userDrawn="1"/>
        </p:nvSpPr>
        <p:spPr>
          <a:xfrm>
            <a:off x="428606" y="6542634"/>
            <a:ext cx="2916000" cy="132053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 marL="7701">
              <a:lnSpc>
                <a:spcPct val="100000"/>
              </a:lnSpc>
              <a:spcBef>
                <a:spcPts val="69"/>
              </a:spcBef>
            </a:pPr>
            <a:r>
              <a:rPr sz="800" spc="0" baseline="0" dirty="0">
                <a:solidFill>
                  <a:srgbClr val="231915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YuGoPr6N-Medium"/>
              </a:rPr>
              <a:t>©</a:t>
            </a:r>
            <a:r>
              <a:rPr lang="en-US" sz="800" spc="0" baseline="0" dirty="0">
                <a:solidFill>
                  <a:srgbClr val="231915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YuGoPr6N-Medium"/>
              </a:rPr>
              <a:t>AVANT GROUP</a:t>
            </a:r>
            <a:r>
              <a:rPr sz="800" spc="0" baseline="0" dirty="0">
                <a:solidFill>
                  <a:srgbClr val="231915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YuGoPr6N-Medium"/>
              </a:rPr>
              <a:t> CORPORATION. A</a:t>
            </a:r>
            <a:r>
              <a:rPr lang="en-US" sz="800" spc="0" baseline="0" dirty="0">
                <a:solidFill>
                  <a:srgbClr val="231915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YuGoPr6N-Medium"/>
              </a:rPr>
              <a:t>ll</a:t>
            </a:r>
            <a:r>
              <a:rPr sz="800" spc="0" baseline="0" dirty="0">
                <a:solidFill>
                  <a:srgbClr val="231915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YuGoPr6N-Medium"/>
              </a:rPr>
              <a:t> R</a:t>
            </a:r>
            <a:r>
              <a:rPr lang="en-US" sz="800" spc="0" baseline="0" dirty="0">
                <a:solidFill>
                  <a:srgbClr val="231915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YuGoPr6N-Medium"/>
              </a:rPr>
              <a:t>ights</a:t>
            </a:r>
            <a:r>
              <a:rPr sz="800" spc="0" baseline="0" dirty="0">
                <a:solidFill>
                  <a:srgbClr val="231915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YuGoPr6N-Medium"/>
              </a:rPr>
              <a:t> R</a:t>
            </a:r>
            <a:r>
              <a:rPr lang="en-US" sz="800" spc="0" baseline="0" dirty="0">
                <a:solidFill>
                  <a:srgbClr val="231915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YuGoPr6N-Medium"/>
              </a:rPr>
              <a:t>eserved</a:t>
            </a:r>
            <a:r>
              <a:rPr sz="800" spc="0" baseline="0" dirty="0">
                <a:solidFill>
                  <a:srgbClr val="231915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YuGoPr6N-Medium"/>
              </a:rPr>
              <a:t>.</a:t>
            </a:r>
            <a:endParaRPr sz="800" spc="0" baseline="0" dirty="0">
              <a:latin typeface="游ゴシック" panose="020B0400000000000000" pitchFamily="50" charset="-128"/>
              <a:ea typeface="游ゴシック" panose="020B0400000000000000" pitchFamily="50" charset="-128"/>
              <a:cs typeface="YuGoPr6N-Medium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7DB74756-9D57-4549-8EB4-41065B3DCB9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89187" y="6525344"/>
            <a:ext cx="1362436" cy="16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942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500" b="1" i="0" kern="1200">
          <a:solidFill>
            <a:srgbClr val="262626"/>
          </a:solidFill>
          <a:latin typeface="Yu Gothic" panose="020B0400000000000000" pitchFamily="34" charset="-128"/>
          <a:ea typeface="Yu Gothic" panose="020B0400000000000000" pitchFamily="34" charset="-128"/>
          <a:cs typeface="+mj-cs"/>
        </a:defRPr>
      </a:lvl1pPr>
    </p:titleStyle>
    <p:bodyStyle>
      <a:lvl1pPr marL="0" marR="0" indent="0" algn="just" defTabSz="914400" rtl="0" eaLnBrk="1" fontAlgn="auto" latinLnBrk="0" hangingPunct="1">
        <a:lnSpc>
          <a:spcPct val="100000"/>
        </a:lnSpc>
        <a:spcBef>
          <a:spcPts val="16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kumimoji="1" sz="2500" b="0" i="0" kern="1200">
          <a:solidFill>
            <a:schemeClr val="tx1"/>
          </a:solidFill>
          <a:latin typeface="Koburina Gothic StdN W3" panose="020B0300000000000000" pitchFamily="34" charset="-128"/>
          <a:ea typeface="Koburina Gothic StdN W3" panose="020B0300000000000000" pitchFamily="34" charset="-128"/>
          <a:cs typeface="+mn-cs"/>
        </a:defRPr>
      </a:lvl1pPr>
      <a:lvl2pPr marL="457200" marR="0" indent="0" algn="l" defTabSz="914400" rtl="0" eaLnBrk="1" fontAlgn="auto" latinLnBrk="0" hangingPunct="1">
        <a:lnSpc>
          <a:spcPct val="10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kumimoji="1" sz="22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20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8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423" userDrawn="1">
          <p15:clr>
            <a:srgbClr val="F26B43"/>
          </p15:clr>
        </p15:guide>
        <p15:guide id="3" pos="25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68B1154-4CDA-481C-AEEC-0AAAC557A4AB}"/>
              </a:ext>
            </a:extLst>
          </p:cNvPr>
          <p:cNvSpPr/>
          <p:nvPr userDrawn="1"/>
        </p:nvSpPr>
        <p:spPr>
          <a:xfrm>
            <a:off x="460442" y="314349"/>
            <a:ext cx="72000" cy="39294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662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763575F-6DD1-4508-A200-5785FC1D55AB}"/>
              </a:ext>
            </a:extLst>
          </p:cNvPr>
          <p:cNvSpPr txBox="1"/>
          <p:nvPr userDrawn="1"/>
        </p:nvSpPr>
        <p:spPr>
          <a:xfrm>
            <a:off x="11402721" y="6493615"/>
            <a:ext cx="4200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8B37E12-8775-4650-9E37-296401A07D80}" type="slidenum">
              <a:rPr kumimoji="1" lang="ja-JP" altLang="en-US" sz="800" smtClean="0">
                <a:latin typeface="游ゴシック" panose="020B0400000000000000" pitchFamily="50" charset="-128"/>
                <a:ea typeface="游ゴシック" panose="020B0400000000000000" pitchFamily="50" charset="-128"/>
              </a:rPr>
              <a:t>‹#›</a:t>
            </a:fld>
            <a:endParaRPr kumimoji="1" lang="ja-JP" altLang="en-US" sz="8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8" name="object 103">
            <a:extLst>
              <a:ext uri="{FF2B5EF4-FFF2-40B4-BE49-F238E27FC236}">
                <a16:creationId xmlns:a16="http://schemas.microsoft.com/office/drawing/2014/main" id="{4F9E1DDE-59D5-427C-9656-9EBEC426A33D}"/>
              </a:ext>
            </a:extLst>
          </p:cNvPr>
          <p:cNvSpPr txBox="1"/>
          <p:nvPr userDrawn="1"/>
        </p:nvSpPr>
        <p:spPr>
          <a:xfrm>
            <a:off x="428606" y="6542634"/>
            <a:ext cx="2916000" cy="132053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 marL="7701">
              <a:lnSpc>
                <a:spcPct val="100000"/>
              </a:lnSpc>
              <a:spcBef>
                <a:spcPts val="69"/>
              </a:spcBef>
            </a:pPr>
            <a:r>
              <a:rPr sz="800" spc="0" baseline="0" dirty="0">
                <a:solidFill>
                  <a:srgbClr val="231915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YuGoPr6N-Medium"/>
              </a:rPr>
              <a:t>©</a:t>
            </a:r>
            <a:r>
              <a:rPr lang="en-US" sz="800" spc="0" baseline="0" dirty="0">
                <a:solidFill>
                  <a:srgbClr val="231915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YuGoPr6N-Medium"/>
              </a:rPr>
              <a:t>AVANT GROUP</a:t>
            </a:r>
            <a:r>
              <a:rPr sz="800" spc="0" baseline="0" dirty="0">
                <a:solidFill>
                  <a:srgbClr val="231915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YuGoPr6N-Medium"/>
              </a:rPr>
              <a:t> CORPORATION. A</a:t>
            </a:r>
            <a:r>
              <a:rPr lang="en-US" sz="800" spc="0" baseline="0" dirty="0">
                <a:solidFill>
                  <a:srgbClr val="231915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YuGoPr6N-Medium"/>
              </a:rPr>
              <a:t>ll</a:t>
            </a:r>
            <a:r>
              <a:rPr sz="800" spc="0" baseline="0" dirty="0">
                <a:solidFill>
                  <a:srgbClr val="231915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YuGoPr6N-Medium"/>
              </a:rPr>
              <a:t> R</a:t>
            </a:r>
            <a:r>
              <a:rPr lang="en-US" sz="800" spc="0" baseline="0" dirty="0">
                <a:solidFill>
                  <a:srgbClr val="231915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YuGoPr6N-Medium"/>
              </a:rPr>
              <a:t>ights</a:t>
            </a:r>
            <a:r>
              <a:rPr sz="800" spc="0" baseline="0" dirty="0">
                <a:solidFill>
                  <a:srgbClr val="231915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YuGoPr6N-Medium"/>
              </a:rPr>
              <a:t> R</a:t>
            </a:r>
            <a:r>
              <a:rPr lang="en-US" sz="800" spc="0" baseline="0" dirty="0">
                <a:solidFill>
                  <a:srgbClr val="231915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YuGoPr6N-Medium"/>
              </a:rPr>
              <a:t>eserved</a:t>
            </a:r>
            <a:r>
              <a:rPr sz="800" spc="0" baseline="0" dirty="0">
                <a:solidFill>
                  <a:srgbClr val="231915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YuGoPr6N-Medium"/>
              </a:rPr>
              <a:t>.</a:t>
            </a:r>
            <a:endParaRPr sz="800" spc="0" baseline="0" dirty="0">
              <a:latin typeface="游ゴシック" panose="020B0400000000000000" pitchFamily="50" charset="-128"/>
              <a:ea typeface="游ゴシック" panose="020B0400000000000000" pitchFamily="50" charset="-128"/>
              <a:cs typeface="YuGoPr6N-Medium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055B2AE5-9FDE-4D43-B4CB-74AFB0FA0FC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89187" y="6525344"/>
            <a:ext cx="1362436" cy="16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046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500" b="1" i="0" kern="1200">
          <a:solidFill>
            <a:schemeClr val="tx1"/>
          </a:solidFill>
          <a:latin typeface="Koburina Gothic StdN W6" panose="020B0300000000000000" pitchFamily="34" charset="-128"/>
          <a:ea typeface="Koburina Gothic StdN W6" panose="020B0300000000000000" pitchFamily="34" charset="-128"/>
          <a:cs typeface="+mj-cs"/>
        </a:defRPr>
      </a:lvl1pPr>
    </p:titleStyle>
    <p:bodyStyle>
      <a:lvl1pPr marL="0" marR="0" indent="0" algn="just" defTabSz="914400" rtl="0" eaLnBrk="1" fontAlgn="auto" latinLnBrk="0" hangingPunct="1">
        <a:lnSpc>
          <a:spcPct val="100000"/>
        </a:lnSpc>
        <a:spcBef>
          <a:spcPts val="16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kumimoji="1" sz="2500" b="0" i="0" kern="1200">
          <a:solidFill>
            <a:schemeClr val="tx1"/>
          </a:solidFill>
          <a:latin typeface="Koburina Gothic StdN W3" panose="020B0300000000000000" pitchFamily="34" charset="-128"/>
          <a:ea typeface="Koburina Gothic StdN W3" panose="020B0300000000000000" pitchFamily="34" charset="-128"/>
          <a:cs typeface="+mn-cs"/>
        </a:defRPr>
      </a:lvl1pPr>
      <a:lvl2pPr marL="457200" marR="0" indent="0" algn="l" defTabSz="914400" rtl="0" eaLnBrk="1" fontAlgn="auto" latinLnBrk="0" hangingPunct="1">
        <a:lnSpc>
          <a:spcPct val="10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kumimoji="1" sz="22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20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8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図形&#10;&#10;中程度の精度で自動的に生成された説明">
            <a:extLst>
              <a:ext uri="{FF2B5EF4-FFF2-40B4-BE49-F238E27FC236}">
                <a16:creationId xmlns:a16="http://schemas.microsoft.com/office/drawing/2014/main" id="{5CFC855A-FC28-42DF-8990-E5CB340D18B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3294" y="6394195"/>
            <a:ext cx="2185412" cy="216000"/>
          </a:xfrm>
          <a:prstGeom prst="rect">
            <a:avLst/>
          </a:prstGeom>
        </p:spPr>
      </p:pic>
      <p:pic>
        <p:nvPicPr>
          <p:cNvPr id="12" name="図 11" descr="背景パターン&#10;&#10;自動的に生成された説明">
            <a:extLst>
              <a:ext uri="{FF2B5EF4-FFF2-40B4-BE49-F238E27FC236}">
                <a16:creationId xmlns:a16="http://schemas.microsoft.com/office/drawing/2014/main" id="{15BCDC0D-4028-4617-9F4C-91C6FE45040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19259" y="1811730"/>
            <a:ext cx="1953961" cy="1953823"/>
          </a:xfrm>
          <a:prstGeom prst="rect">
            <a:avLst/>
          </a:prstGeom>
        </p:spPr>
      </p:pic>
      <p:pic>
        <p:nvPicPr>
          <p:cNvPr id="13" name="図 12" descr="図形&#10;&#10;中程度の精度で自動的に生成された説明">
            <a:extLst>
              <a:ext uri="{FF2B5EF4-FFF2-40B4-BE49-F238E27FC236}">
                <a16:creationId xmlns:a16="http://schemas.microsoft.com/office/drawing/2014/main" id="{D47DA2E0-8FC5-4D37-AA76-59E00CDF8EC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18735" y="3952875"/>
            <a:ext cx="1954530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581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500" b="1" i="0" kern="1200">
          <a:solidFill>
            <a:srgbClr val="262626"/>
          </a:solidFill>
          <a:latin typeface="Yu Gothic" panose="020B0400000000000000" pitchFamily="34" charset="-128"/>
          <a:ea typeface="Yu Gothic" panose="020B0400000000000000" pitchFamily="34" charset="-128"/>
          <a:cs typeface="+mj-cs"/>
        </a:defRPr>
      </a:lvl1pPr>
    </p:titleStyle>
    <p:bodyStyle>
      <a:lvl1pPr marL="0" marR="0" indent="0" algn="just" defTabSz="914400" rtl="0" eaLnBrk="1" fontAlgn="auto" latinLnBrk="0" hangingPunct="1">
        <a:lnSpc>
          <a:spcPct val="100000"/>
        </a:lnSpc>
        <a:spcBef>
          <a:spcPts val="16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kumimoji="1" sz="2500" b="0" i="0" kern="1200">
          <a:solidFill>
            <a:schemeClr val="tx1"/>
          </a:solidFill>
          <a:latin typeface="Koburina Gothic StdN W3" panose="020B0300000000000000" pitchFamily="34" charset="-128"/>
          <a:ea typeface="Koburina Gothic StdN W3" panose="020B0300000000000000" pitchFamily="34" charset="-128"/>
          <a:cs typeface="+mn-cs"/>
        </a:defRPr>
      </a:lvl1pPr>
      <a:lvl2pPr marL="457200" marR="0" indent="0" algn="l" defTabSz="914400" rtl="0" eaLnBrk="1" fontAlgn="auto" latinLnBrk="0" hangingPunct="1">
        <a:lnSpc>
          <a:spcPct val="10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kumimoji="1" sz="22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20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8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pos="4452" userDrawn="1">
          <p15:clr>
            <a:srgbClr val="F26B43"/>
          </p15:clr>
        </p15:guide>
        <p15:guide id="4" pos="322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BE8F6734-E504-34A0-8415-EE49CEC6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変更履歴</a:t>
            </a:r>
          </a:p>
        </p:txBody>
      </p:sp>
      <p:graphicFrame>
        <p:nvGraphicFramePr>
          <p:cNvPr id="4" name="表 4">
            <a:extLst>
              <a:ext uri="{FF2B5EF4-FFF2-40B4-BE49-F238E27FC236}">
                <a16:creationId xmlns:a16="http://schemas.microsoft.com/office/drawing/2014/main" id="{F758E1F3-CD92-A5F2-A658-2250BFE489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4802539"/>
              </p:ext>
            </p:extLst>
          </p:nvPr>
        </p:nvGraphicFramePr>
        <p:xfrm>
          <a:off x="890152" y="1052736"/>
          <a:ext cx="10411696" cy="378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7385">
                  <a:extLst>
                    <a:ext uri="{9D8B030D-6E8A-4147-A177-3AD203B41FA5}">
                      <a16:colId xmlns:a16="http://schemas.microsoft.com/office/drawing/2014/main" val="2551233297"/>
                    </a:ext>
                  </a:extLst>
                </a:gridCol>
                <a:gridCol w="1487385">
                  <a:extLst>
                    <a:ext uri="{9D8B030D-6E8A-4147-A177-3AD203B41FA5}">
                      <a16:colId xmlns:a16="http://schemas.microsoft.com/office/drawing/2014/main" val="487336110"/>
                    </a:ext>
                  </a:extLst>
                </a:gridCol>
                <a:gridCol w="7436926">
                  <a:extLst>
                    <a:ext uri="{9D8B030D-6E8A-4147-A177-3AD203B41FA5}">
                      <a16:colId xmlns:a16="http://schemas.microsoft.com/office/drawing/2014/main" val="4236453420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1" dirty="0">
                          <a:solidFill>
                            <a:schemeClr val="bg1"/>
                          </a:solidFill>
                        </a:rPr>
                        <a:t>Version</a:t>
                      </a:r>
                      <a:endParaRPr kumimoji="1" lang="ja-JP" altLang="en-US" sz="1400" b="1" dirty="0">
                        <a:solidFill>
                          <a:schemeClr val="bg1"/>
                        </a:solidFill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1" dirty="0">
                          <a:solidFill>
                            <a:schemeClr val="bg1"/>
                          </a:solidFill>
                        </a:rPr>
                        <a:t>更新日</a:t>
                      </a:r>
                      <a:endParaRPr kumimoji="1" lang="ja-JP" altLang="en-US" sz="1400" b="1" dirty="0">
                        <a:solidFill>
                          <a:schemeClr val="bg1"/>
                        </a:solidFill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1" dirty="0">
                          <a:solidFill>
                            <a:schemeClr val="bg1"/>
                          </a:solidFill>
                        </a:rPr>
                        <a:t>更新内容</a:t>
                      </a:r>
                      <a:endParaRPr kumimoji="1" lang="ja-JP" altLang="en-US" sz="1400" b="1" dirty="0">
                        <a:solidFill>
                          <a:schemeClr val="bg1"/>
                        </a:solidFill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76675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Ver.1.0</a:t>
                      </a:r>
                      <a:endParaRPr kumimoji="1" lang="ja-JP" altLang="en-US" sz="14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2023/4/19</a:t>
                      </a:r>
                      <a:endParaRPr kumimoji="1" lang="ja-JP" altLang="en-US" sz="14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/>
                        <a:t>テンプレート公開</a:t>
                      </a:r>
                      <a:endParaRPr kumimoji="1" lang="en-US" altLang="ja-JP" sz="14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183754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l" defTabSz="9143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/>
                        <a:t>Ver.1.1</a:t>
                      </a:r>
                      <a:endParaRPr kumimoji="1" lang="ja-JP" altLang="en-US" sz="1400" dirty="0">
                        <a:latin typeface="游ゴシック" panose="020B0400000000000000" pitchFamily="50" charset="-128"/>
                        <a:ea typeface="+mn-ea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2024/4/22</a:t>
                      </a:r>
                      <a:endParaRPr kumimoji="1" lang="ja-JP" altLang="en-US" sz="14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/>
                        <a:t>カラーパレット変更</a:t>
                      </a:r>
                      <a:endParaRPr kumimoji="1" lang="en-US" altLang="ja-JP" sz="14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81289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l" defTabSz="9143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400" dirty="0">
                        <a:latin typeface="游ゴシック" panose="020B0400000000000000" pitchFamily="50" charset="-128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en-US" altLang="ja-JP" sz="14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489746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l" defTabSz="9143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400" dirty="0">
                        <a:latin typeface="游ゴシック" panose="020B0400000000000000" pitchFamily="50" charset="-128"/>
                        <a:ea typeface="+mn-ea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14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7734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l" defTabSz="9143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400" dirty="0">
                        <a:latin typeface="游ゴシック" panose="020B0400000000000000" pitchFamily="50" charset="-128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kumimoji="1" lang="en-US" altLang="ja-JP" sz="14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640304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l" defTabSz="9143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400" dirty="0">
                        <a:latin typeface="游ゴシック" panose="020B0400000000000000" pitchFamily="50" charset="-128"/>
                        <a:ea typeface="+mn-ea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14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226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0741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BFA371-2223-4E0D-BD9E-79CED6881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ご利用の前に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8C4100-8E92-406A-ABFF-0ADF4D7F5A7B}"/>
              </a:ext>
            </a:extLst>
          </p:cNvPr>
          <p:cNvSpPr txBox="1">
            <a:spLocks/>
          </p:cNvSpPr>
          <p:nvPr/>
        </p:nvSpPr>
        <p:spPr>
          <a:xfrm>
            <a:off x="444892" y="3821415"/>
            <a:ext cx="10470063" cy="962622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1" sz="2500" b="0" i="0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  <a:lvl2pPr marL="800100" marR="0" indent="-3429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1" sz="2200" b="0" i="0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b="0" i="0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ja-JP" sz="1600" b="1" dirty="0"/>
              <a:t>※</a:t>
            </a:r>
            <a:r>
              <a:rPr lang="ja-JP" altLang="en-US" sz="1600" b="1" dirty="0"/>
              <a:t>必ずご確認いただき、資料作成後は「ご利用の前に」のセクションごと削除してください。</a:t>
            </a:r>
            <a:endParaRPr lang="en-US" altLang="ja-JP" sz="1600" b="1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ja-JP" sz="1600" b="1" dirty="0">
                <a:solidFill>
                  <a:schemeClr val="accent3"/>
                </a:solidFill>
              </a:rPr>
              <a:t>※</a:t>
            </a:r>
            <a:r>
              <a:rPr lang="ja-JP" altLang="en-US" sz="1600" b="1" dirty="0">
                <a:solidFill>
                  <a:schemeClr val="accent3"/>
                </a:solidFill>
              </a:rPr>
              <a:t>このテンプレートは直接編集できません。ダウンロードしてご利用ください。</a:t>
            </a: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E86EAB4A-AEFF-429C-A7B1-5D039B62B54D}"/>
              </a:ext>
            </a:extLst>
          </p:cNvPr>
          <p:cNvSpPr txBox="1">
            <a:spLocks/>
          </p:cNvSpPr>
          <p:nvPr/>
        </p:nvSpPr>
        <p:spPr>
          <a:xfrm>
            <a:off x="444892" y="5008714"/>
            <a:ext cx="2245299" cy="439767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1" sz="2500" b="0" i="0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  <a:lvl2pPr marL="800100" marR="0" indent="-3429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1" sz="2200" b="0" i="0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b="0" i="0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ja-JP" altLang="en-US" sz="1200" b="1" dirty="0"/>
              <a:t>最終更新日：</a:t>
            </a:r>
            <a:r>
              <a:rPr lang="en-US" altLang="ja-JP" sz="1200" b="1" dirty="0"/>
              <a:t>2024/4/22</a:t>
            </a:r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C8138F05-DE26-A010-30D6-21AE0AD37004}"/>
              </a:ext>
            </a:extLst>
          </p:cNvPr>
          <p:cNvGrpSpPr/>
          <p:nvPr/>
        </p:nvGrpSpPr>
        <p:grpSpPr>
          <a:xfrm>
            <a:off x="551384" y="5498210"/>
            <a:ext cx="679208" cy="349895"/>
            <a:chOff x="457368" y="5239345"/>
            <a:chExt cx="679208" cy="349895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1906BB49-0D9E-4473-FC9F-FF992342A11C}"/>
                </a:ext>
              </a:extLst>
            </p:cNvPr>
            <p:cNvSpPr/>
            <p:nvPr/>
          </p:nvSpPr>
          <p:spPr>
            <a:xfrm>
              <a:off x="457368" y="5239345"/>
              <a:ext cx="648072" cy="34989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/>
              <a:endParaRPr kumimoji="1" lang="ja-JP" alt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7" name="コンテンツ プレースホルダー 2">
              <a:extLst>
                <a:ext uri="{FF2B5EF4-FFF2-40B4-BE49-F238E27FC236}">
                  <a16:creationId xmlns:a16="http://schemas.microsoft.com/office/drawing/2014/main" id="{4287FC6F-266F-E8A4-3BB4-A5E8F29977FD}"/>
                </a:ext>
              </a:extLst>
            </p:cNvPr>
            <p:cNvSpPr txBox="1">
              <a:spLocks/>
            </p:cNvSpPr>
            <p:nvPr/>
          </p:nvSpPr>
          <p:spPr>
            <a:xfrm>
              <a:off x="488504" y="5301208"/>
              <a:ext cx="648072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342900" marR="0" indent="-342900" algn="l" defTabSz="914400" rtl="0" eaLnBrk="1" fontAlgn="auto" latinLnBrk="0" hangingPunct="1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 kumimoji="1" sz="2500" b="0" i="0" kern="1200">
                  <a:solidFill>
                    <a:schemeClr val="tx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defRPr>
              </a:lvl1pPr>
              <a:lvl2pPr marL="800100" marR="0" indent="-342900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 kumimoji="1" sz="2200" b="0" i="0" kern="1200">
                  <a:solidFill>
                    <a:schemeClr val="tx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2000" b="0" i="0" kern="1200">
                  <a:solidFill>
                    <a:schemeClr val="tx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b="0" i="0" kern="1200">
                  <a:solidFill>
                    <a:schemeClr val="tx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b="0" i="0" kern="1200">
                  <a:solidFill>
                    <a:schemeClr val="tx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None/>
              </a:pPr>
              <a:r>
                <a:rPr lang="en-US" altLang="ja-JP" sz="1000" b="1" dirty="0">
                  <a:solidFill>
                    <a:schemeClr val="bg1"/>
                  </a:solidFill>
                </a:rPr>
                <a:t>Ver.1.1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543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7F22E06D-F50A-4055-B935-9FFF535C3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注意事項</a:t>
            </a:r>
            <a:r>
              <a:rPr lang="ja-JP" altLang="en-US" dirty="0"/>
              <a:t> </a:t>
            </a:r>
            <a:r>
              <a:rPr kumimoji="1" lang="en-US" altLang="ja-JP" dirty="0"/>
              <a:t>- </a:t>
            </a:r>
            <a:r>
              <a:rPr kumimoji="1" lang="ja-JP" altLang="en-US" dirty="0"/>
              <a:t>日付の記載について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8C63258-1CA9-4EB3-82D2-83188178F2FB}"/>
              </a:ext>
            </a:extLst>
          </p:cNvPr>
          <p:cNvSpPr txBox="1"/>
          <p:nvPr/>
        </p:nvSpPr>
        <p:spPr>
          <a:xfrm>
            <a:off x="452438" y="887780"/>
            <a:ext cx="104346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400" dirty="0"/>
              <a:t>本テンプレートの</a:t>
            </a:r>
            <a:r>
              <a:rPr kumimoji="1" lang="ja-JP" altLang="en-US" sz="1400" dirty="0"/>
              <a:t>コピーライトには西暦の記載がありません</a:t>
            </a:r>
            <a:r>
              <a:rPr lang="ja-JP" altLang="en-US" sz="1400" dirty="0"/>
              <a:t>。</a:t>
            </a:r>
            <a:br>
              <a:rPr lang="en-US" altLang="ja-JP" sz="1400" dirty="0"/>
            </a:br>
            <a:r>
              <a:rPr lang="ja-JP" altLang="en-US" sz="1400" dirty="0"/>
              <a:t>資料作成の際は、作成日を明確にするために</a:t>
            </a:r>
            <a:r>
              <a:rPr lang="ja-JP" altLang="en-US" sz="1400" b="1" u="sng" dirty="0">
                <a:solidFill>
                  <a:schemeClr val="accent3"/>
                </a:solidFill>
              </a:rPr>
              <a:t>表紙に必ず日付を入れてください</a:t>
            </a:r>
            <a:r>
              <a:rPr lang="ja-JP" altLang="en-US" sz="1400" dirty="0"/>
              <a:t>。</a:t>
            </a:r>
            <a:endParaRPr kumimoji="1" lang="ja-JP" altLang="en-US" sz="140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F2888EE-8F80-184A-3FCB-E1E993C7D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245" y="1700808"/>
            <a:ext cx="7781510" cy="435452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/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AC49C44-F61C-D0D6-F6C4-0428CDF4A212}"/>
              </a:ext>
            </a:extLst>
          </p:cNvPr>
          <p:cNvSpPr/>
          <p:nvPr/>
        </p:nvSpPr>
        <p:spPr>
          <a:xfrm>
            <a:off x="2351584" y="3645024"/>
            <a:ext cx="2808312" cy="288032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7016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 descr="グラフィカル ユーザー インターフェイス が含まれている画像&#10;&#10;自動的に生成された説明">
            <a:extLst>
              <a:ext uri="{FF2B5EF4-FFF2-40B4-BE49-F238E27FC236}">
                <a16:creationId xmlns:a16="http://schemas.microsoft.com/office/drawing/2014/main" id="{072BF98D-3174-4D08-A1F3-E7FAA0C2C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847" y="2567724"/>
            <a:ext cx="10440305" cy="1554615"/>
          </a:xfrm>
          <a:prstGeom prst="rect">
            <a:avLst/>
          </a:prstGeo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7F22E06D-F50A-4055-B935-9FFF535C3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注意事項 </a:t>
            </a:r>
            <a:r>
              <a:rPr kumimoji="1" lang="en-US" altLang="ja-JP" dirty="0"/>
              <a:t>- </a:t>
            </a:r>
            <a:r>
              <a:rPr kumimoji="1" lang="ja-JP" altLang="en-US" dirty="0"/>
              <a:t>その</a:t>
            </a:r>
            <a:r>
              <a:rPr lang="ja-JP" altLang="en-US" dirty="0"/>
              <a:t>他</a:t>
            </a:r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DAF93E4-2085-498E-B22B-EF2A17385A4D}"/>
              </a:ext>
            </a:extLst>
          </p:cNvPr>
          <p:cNvSpPr/>
          <p:nvPr/>
        </p:nvSpPr>
        <p:spPr>
          <a:xfrm>
            <a:off x="4619684" y="3521299"/>
            <a:ext cx="811901" cy="429817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8C63258-1CA9-4EB3-82D2-83188178F2FB}"/>
              </a:ext>
            </a:extLst>
          </p:cNvPr>
          <p:cNvSpPr txBox="1"/>
          <p:nvPr/>
        </p:nvSpPr>
        <p:spPr>
          <a:xfrm>
            <a:off x="452438" y="887780"/>
            <a:ext cx="104346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1400" dirty="0"/>
              <a:t>スライドマスターで設定されたレイアウトを勝手に変更することはお避けください。</a:t>
            </a:r>
            <a:endParaRPr kumimoji="1" lang="en-US" altLang="ja-JP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ja-JP" alt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1400" dirty="0"/>
              <a:t>文字や図は、ガイド（オレンジ点線）の内側に収めてください。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8A0F784-F36E-49F6-8101-588DE94F7D28}"/>
              </a:ext>
            </a:extLst>
          </p:cNvPr>
          <p:cNvSpPr txBox="1"/>
          <p:nvPr/>
        </p:nvSpPr>
        <p:spPr>
          <a:xfrm>
            <a:off x="728885" y="1727752"/>
            <a:ext cx="65437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＜ガイドの表示の仕方＞</a:t>
            </a:r>
            <a:endParaRPr kumimoji="1" lang="en-US" altLang="ja-JP" sz="1400" dirty="0"/>
          </a:p>
          <a:p>
            <a:r>
              <a:rPr lang="ja-JP" altLang="en-US" sz="1400" dirty="0"/>
              <a:t>　画面上部リボンの“表示”タブの“ガイド”にチェックを入れると表示されます。</a:t>
            </a:r>
            <a:endParaRPr lang="en-US" altLang="ja-JP" sz="1400" dirty="0"/>
          </a:p>
          <a:p>
            <a:r>
              <a:rPr lang="ja-JP" altLang="en-US" sz="1400" dirty="0"/>
              <a:t>　</a:t>
            </a:r>
            <a:r>
              <a:rPr lang="en-US" altLang="ja-JP" sz="1400" dirty="0"/>
              <a:t>※</a:t>
            </a:r>
            <a:r>
              <a:rPr lang="ja-JP" altLang="en-US" sz="1400" dirty="0"/>
              <a:t>印刷時には表示されませんのでご安心ください。</a:t>
            </a:r>
            <a:endParaRPr lang="en-US" altLang="ja-JP" sz="1400" dirty="0"/>
          </a:p>
        </p:txBody>
      </p:sp>
    </p:spTree>
    <p:extLst>
      <p:ext uri="{BB962C8B-B14F-4D97-AF65-F5344CB8AC3E}">
        <p14:creationId xmlns:p14="http://schemas.microsoft.com/office/powerpoint/2010/main" val="1464859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7F22E06D-F50A-4055-B935-9FFF535C3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/>
              <a:t>スライド追加方法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E13BAAC-5807-4519-999A-C2A53E5F1BA8}"/>
              </a:ext>
            </a:extLst>
          </p:cNvPr>
          <p:cNvSpPr txBox="1"/>
          <p:nvPr/>
        </p:nvSpPr>
        <p:spPr>
          <a:xfrm>
            <a:off x="452438" y="887780"/>
            <a:ext cx="104346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1400" dirty="0"/>
              <a:t>画面上部リボンの“ホーム”タブの“新しいスライド”をクリックすると、スライドが表示されます。</a:t>
            </a:r>
            <a:br>
              <a:rPr kumimoji="1" lang="en-US" altLang="ja-JP" sz="1400" dirty="0"/>
            </a:br>
            <a:r>
              <a:rPr kumimoji="1" lang="ja-JP" altLang="en-US" sz="1400" dirty="0"/>
              <a:t>ご自身で使用したいスライドを選択すると、スライドを追加することができます。</a:t>
            </a: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B9A1C0D3-9FFD-2E29-670A-AE12BFF4C4AC}"/>
              </a:ext>
            </a:extLst>
          </p:cNvPr>
          <p:cNvGrpSpPr/>
          <p:nvPr/>
        </p:nvGrpSpPr>
        <p:grpSpPr>
          <a:xfrm>
            <a:off x="1687624" y="1566334"/>
            <a:ext cx="8816752" cy="4790400"/>
            <a:chOff x="1687624" y="1566334"/>
            <a:chExt cx="8816752" cy="4790400"/>
          </a:xfrm>
        </p:grpSpPr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B5AF7BC3-1C1D-5950-7487-5FD7CA6B89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687624" y="1566334"/>
              <a:ext cx="8816752" cy="4790400"/>
            </a:xfrm>
            <a:prstGeom prst="rect">
              <a:avLst/>
            </a:prstGeom>
          </p:spPr>
        </p:pic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9450EB1E-8738-46DF-9F13-89E1E90CBCF2}"/>
                </a:ext>
              </a:extLst>
            </p:cNvPr>
            <p:cNvSpPr/>
            <p:nvPr/>
          </p:nvSpPr>
          <p:spPr>
            <a:xfrm>
              <a:off x="2783634" y="1923475"/>
              <a:ext cx="501929" cy="496634"/>
            </a:xfrm>
            <a:prstGeom prst="rect">
              <a:avLst/>
            </a:prstGeom>
            <a:noFill/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81643690-578D-4823-AC90-76D68299CEC9}"/>
                </a:ext>
              </a:extLst>
            </p:cNvPr>
            <p:cNvSpPr/>
            <p:nvPr/>
          </p:nvSpPr>
          <p:spPr>
            <a:xfrm>
              <a:off x="2783633" y="2419756"/>
              <a:ext cx="1368152" cy="3097476"/>
            </a:xfrm>
            <a:prstGeom prst="rect">
              <a:avLst/>
            </a:prstGeom>
            <a:noFill/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90509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72D563BF-3222-40BD-8588-75BE76FB908C}"/>
              </a:ext>
            </a:extLst>
          </p:cNvPr>
          <p:cNvSpPr txBox="1">
            <a:spLocks/>
          </p:cNvSpPr>
          <p:nvPr/>
        </p:nvSpPr>
        <p:spPr>
          <a:xfrm>
            <a:off x="455942" y="881639"/>
            <a:ext cx="11293146" cy="5500111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1" sz="2500" b="0" i="0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  <a:lvl2pPr marL="800100" marR="0" indent="-3429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1" sz="2200" b="0" i="0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b="0" i="0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ja-JP" sz="1800" b="1" dirty="0"/>
              <a:t>【</a:t>
            </a:r>
            <a:r>
              <a:rPr lang="ja-JP" altLang="en-US" sz="1800" b="1" dirty="0"/>
              <a:t>推奨書体</a:t>
            </a:r>
            <a:r>
              <a:rPr lang="en-US" altLang="ja-JP" sz="1800" b="1" dirty="0"/>
              <a:t>】</a:t>
            </a:r>
          </a:p>
          <a:p>
            <a:pPr lvl="1">
              <a:spcBef>
                <a:spcPts val="0"/>
              </a:spcBef>
            </a:pPr>
            <a:r>
              <a:rPr lang="ja-JP" altLang="en-US" sz="1400" dirty="0"/>
              <a:t>資料作成の際は、和文・欧文ともに「游ゴシック」を使用してください（スライドマスターにて設定済み）。</a:t>
            </a:r>
            <a:endParaRPr lang="en-US" altLang="ja-JP" sz="1400" dirty="0"/>
          </a:p>
          <a:p>
            <a:pPr lvl="1">
              <a:spcBef>
                <a:spcPts val="0"/>
              </a:spcBef>
            </a:pPr>
            <a:r>
              <a:rPr lang="ja-JP" altLang="en-US" sz="1400" dirty="0"/>
              <a:t>資料内で複数のフォントを使用することは避けてください。</a:t>
            </a:r>
            <a:endParaRPr lang="en-US" altLang="ja-JP" sz="1800" dirty="0"/>
          </a:p>
          <a:p>
            <a:pPr marL="0" indent="0">
              <a:spcBef>
                <a:spcPts val="0"/>
              </a:spcBef>
              <a:buNone/>
            </a:pPr>
            <a:endParaRPr lang="en-US" altLang="ja-JP" sz="1600" dirty="0"/>
          </a:p>
          <a:p>
            <a:pPr marL="0" indent="0">
              <a:spcBef>
                <a:spcPts val="0"/>
              </a:spcBef>
              <a:buNone/>
            </a:pPr>
            <a:endParaRPr lang="en-US" altLang="ja-JP" sz="1600" dirty="0"/>
          </a:p>
          <a:p>
            <a:pPr marL="0" indent="0">
              <a:spcBef>
                <a:spcPts val="0"/>
              </a:spcBef>
              <a:buNone/>
            </a:pPr>
            <a:endParaRPr lang="en-US" altLang="ja-JP" sz="1600" dirty="0"/>
          </a:p>
          <a:p>
            <a:pPr marL="0" indent="0">
              <a:spcBef>
                <a:spcPts val="0"/>
              </a:spcBef>
              <a:buNone/>
            </a:pPr>
            <a:endParaRPr lang="en-US" altLang="ja-JP" sz="1600" dirty="0"/>
          </a:p>
          <a:p>
            <a:pPr marL="0" indent="0">
              <a:spcBef>
                <a:spcPts val="0"/>
              </a:spcBef>
              <a:buNone/>
            </a:pPr>
            <a:endParaRPr lang="en-US" altLang="ja-JP" sz="1600" dirty="0"/>
          </a:p>
          <a:p>
            <a:pPr marL="0" indent="0">
              <a:spcBef>
                <a:spcPts val="0"/>
              </a:spcBef>
              <a:buNone/>
            </a:pPr>
            <a:endParaRPr lang="en-US" altLang="ja-JP" sz="1600" dirty="0"/>
          </a:p>
          <a:p>
            <a:pPr marL="0" indent="0">
              <a:spcBef>
                <a:spcPts val="0"/>
              </a:spcBef>
              <a:buNone/>
            </a:pPr>
            <a:endParaRPr lang="en-US" altLang="ja-JP" sz="1600" dirty="0"/>
          </a:p>
          <a:p>
            <a:pPr marL="0" indent="0">
              <a:spcBef>
                <a:spcPts val="0"/>
              </a:spcBef>
              <a:buNone/>
            </a:pPr>
            <a:endParaRPr lang="en-US" altLang="ja-JP" sz="1600" dirty="0"/>
          </a:p>
          <a:p>
            <a:pPr marL="0" indent="0">
              <a:spcBef>
                <a:spcPts val="0"/>
              </a:spcBef>
              <a:buNone/>
            </a:pPr>
            <a:endParaRPr lang="en-US" altLang="ja-JP" sz="1600" dirty="0"/>
          </a:p>
          <a:p>
            <a:pPr marL="0" indent="0">
              <a:spcBef>
                <a:spcPts val="0"/>
              </a:spcBef>
              <a:buNone/>
            </a:pPr>
            <a:endParaRPr lang="en-US" altLang="ja-JP" sz="1600" dirty="0"/>
          </a:p>
          <a:p>
            <a:pPr marL="0" indent="0">
              <a:spcBef>
                <a:spcPts val="0"/>
              </a:spcBef>
              <a:buNone/>
            </a:pPr>
            <a:endParaRPr lang="en-US" altLang="ja-JP" sz="1600" dirty="0"/>
          </a:p>
          <a:p>
            <a:pPr marL="0" indent="0">
              <a:spcBef>
                <a:spcPts val="0"/>
              </a:spcBef>
              <a:buNone/>
            </a:pPr>
            <a:endParaRPr lang="en-US" altLang="ja-JP" sz="1600" dirty="0"/>
          </a:p>
          <a:p>
            <a:pPr marL="0" indent="0">
              <a:spcBef>
                <a:spcPts val="0"/>
              </a:spcBef>
              <a:buNone/>
            </a:pPr>
            <a:endParaRPr lang="en-US" altLang="ja-JP" sz="1600" dirty="0"/>
          </a:p>
          <a:p>
            <a:pPr marL="0" indent="0">
              <a:spcBef>
                <a:spcPts val="0"/>
              </a:spcBef>
              <a:buNone/>
            </a:pPr>
            <a:endParaRPr lang="en-US" altLang="ja-JP" sz="1600" dirty="0"/>
          </a:p>
          <a:p>
            <a:pPr marL="0" indent="0">
              <a:spcBef>
                <a:spcPts val="0"/>
              </a:spcBef>
              <a:buNone/>
            </a:pPr>
            <a:endParaRPr lang="en-US" altLang="ja-JP" sz="1600" dirty="0"/>
          </a:p>
          <a:p>
            <a:pPr marL="0" indent="0">
              <a:spcBef>
                <a:spcPts val="0"/>
              </a:spcBef>
              <a:buNone/>
            </a:pPr>
            <a:endParaRPr lang="en-US" altLang="ja-JP" sz="1600" dirty="0"/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ja-JP" sz="1800" b="1" dirty="0"/>
              <a:t>【</a:t>
            </a:r>
            <a:r>
              <a:rPr lang="ja-JP" altLang="en-US" sz="1800" b="1" dirty="0"/>
              <a:t>最小文字サイズ</a:t>
            </a:r>
            <a:r>
              <a:rPr lang="en-US" altLang="ja-JP" sz="1800" b="1" dirty="0"/>
              <a:t>】</a:t>
            </a:r>
          </a:p>
          <a:p>
            <a:pPr lvl="1">
              <a:spcBef>
                <a:spcPts val="0"/>
              </a:spcBef>
            </a:pPr>
            <a:r>
              <a:rPr lang="ja-JP" altLang="en-US" sz="1400" dirty="0"/>
              <a:t>最小文字サイズは「</a:t>
            </a:r>
            <a:r>
              <a:rPr lang="en-US" altLang="ja-JP" sz="1400" dirty="0"/>
              <a:t>10pt</a:t>
            </a:r>
            <a:r>
              <a:rPr lang="ja-JP" altLang="en-US" sz="1400" dirty="0"/>
              <a:t>」としてください。ただし、出典や注釈を入れる場合は「</a:t>
            </a:r>
            <a:r>
              <a:rPr lang="en-US" altLang="ja-JP" sz="1400" dirty="0"/>
              <a:t>8pt</a:t>
            </a:r>
            <a:r>
              <a:rPr lang="ja-JP" altLang="en-US" sz="1400" dirty="0"/>
              <a:t>」としてください。</a:t>
            </a:r>
            <a:endParaRPr lang="en-US" altLang="ja-JP" sz="1400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C6F8974D-AD9A-48EE-AA8E-B4F00286A06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kumimoji="1" lang="ja-JP" altLang="en-US" dirty="0"/>
              <a:t>推奨書体・最小文字サイズ</a:t>
            </a: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280DFA19-E2F7-456C-A2A6-D69C67735C52}"/>
              </a:ext>
            </a:extLst>
          </p:cNvPr>
          <p:cNvGrpSpPr/>
          <p:nvPr/>
        </p:nvGrpSpPr>
        <p:grpSpPr>
          <a:xfrm>
            <a:off x="2394515" y="1892588"/>
            <a:ext cx="7416000" cy="3384000"/>
            <a:chOff x="2359818" y="2057400"/>
            <a:chExt cx="7416000" cy="3384000"/>
          </a:xfrm>
        </p:grpSpPr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20C0E899-AA82-4422-A1B0-F4AEEE245132}"/>
                </a:ext>
              </a:extLst>
            </p:cNvPr>
            <p:cNvSpPr/>
            <p:nvPr/>
          </p:nvSpPr>
          <p:spPr>
            <a:xfrm>
              <a:off x="2359818" y="2057400"/>
              <a:ext cx="7416000" cy="338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7" name="コンテンツ プレースホルダー 2">
              <a:extLst>
                <a:ext uri="{FF2B5EF4-FFF2-40B4-BE49-F238E27FC236}">
                  <a16:creationId xmlns:a16="http://schemas.microsoft.com/office/drawing/2014/main" id="{376D1AE2-6D61-4899-A81E-5D7E11C73F5F}"/>
                </a:ext>
              </a:extLst>
            </p:cNvPr>
            <p:cNvSpPr txBox="1">
              <a:spLocks/>
            </p:cNvSpPr>
            <p:nvPr/>
          </p:nvSpPr>
          <p:spPr>
            <a:xfrm>
              <a:off x="4375201" y="3303492"/>
              <a:ext cx="4812333" cy="839902"/>
            </a:xfrm>
            <a:prstGeom prst="rect">
              <a:avLst/>
            </a:prstGeom>
            <a:noFill/>
          </p:spPr>
          <p:txBody>
            <a:bodyPr/>
            <a:lstStyle>
              <a:lvl1pPr marL="342900" marR="0" indent="-342900" algn="l" defTabSz="914400" rtl="0" eaLnBrk="1" fontAlgn="auto" latinLnBrk="0" hangingPunct="1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 kumimoji="1" sz="2500" b="0" i="0" kern="1200">
                  <a:solidFill>
                    <a:schemeClr val="tx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defRPr>
              </a:lvl1pPr>
              <a:lvl2pPr marL="800100" marR="0" indent="-342900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 kumimoji="1" sz="2200" b="0" i="0" kern="1200">
                  <a:solidFill>
                    <a:schemeClr val="tx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2000" b="0" i="0" kern="1200">
                  <a:solidFill>
                    <a:schemeClr val="tx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b="0" i="0" kern="1200">
                  <a:solidFill>
                    <a:schemeClr val="tx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b="0" i="0" kern="1200">
                  <a:solidFill>
                    <a:schemeClr val="tx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1" lang="ja-JP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rPr>
                <a:t>あいうえお</a:t>
              </a:r>
              <a:r>
                <a:rPr lang="ja-JP" altLang="en-US" sz="1200" b="1" dirty="0">
                  <a:solidFill>
                    <a:prstClr val="black"/>
                  </a:solidFill>
                </a:rPr>
                <a:t>アイウエオ亜衣宇江夫かきくけこカキクケコ加紀久家子</a:t>
              </a:r>
              <a:endParaRPr kumimoji="1" lang="ja-JP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1" lang="en-US" altLang="ja-JP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rPr>
                <a:t>ABCDEFGHIJKLMNOPQRSTUVWXYZ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1" lang="en-US" altLang="ja-JP" sz="12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rPr>
                <a:t>abcdefghijklmnopqrstuvwxyz</a:t>
              </a:r>
              <a:endParaRPr kumimoji="1" lang="en-US" altLang="ja-JP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1" lang="en-US" altLang="ja-JP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rPr>
                <a:t>0123456789¥~&amp;%$#!?+-*/=/:;</a:t>
              </a:r>
            </a:p>
          </p:txBody>
        </p:sp>
        <p:sp>
          <p:nvSpPr>
            <p:cNvPr id="11" name="コンテンツ プレースホルダー 2">
              <a:extLst>
                <a:ext uri="{FF2B5EF4-FFF2-40B4-BE49-F238E27FC236}">
                  <a16:creationId xmlns:a16="http://schemas.microsoft.com/office/drawing/2014/main" id="{B6CEB246-17C6-4E25-8E02-23B6821BEF1D}"/>
                </a:ext>
              </a:extLst>
            </p:cNvPr>
            <p:cNvSpPr txBox="1">
              <a:spLocks/>
            </p:cNvSpPr>
            <p:nvPr/>
          </p:nvSpPr>
          <p:spPr>
            <a:xfrm>
              <a:off x="4375201" y="2285354"/>
              <a:ext cx="4011011" cy="733078"/>
            </a:xfrm>
            <a:prstGeom prst="rect">
              <a:avLst/>
            </a:prstGeom>
            <a:noFill/>
          </p:spPr>
          <p:txBody>
            <a:bodyPr/>
            <a:lstStyle>
              <a:lvl1pPr marL="342900" marR="0" indent="-342900" algn="l" defTabSz="914400" rtl="0" eaLnBrk="1" fontAlgn="auto" latinLnBrk="0" hangingPunct="1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 kumimoji="1" sz="2500" b="0" i="0" kern="1200">
                  <a:solidFill>
                    <a:schemeClr val="tx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defRPr>
              </a:lvl1pPr>
              <a:lvl2pPr marL="800100" marR="0" indent="-342900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 kumimoji="1" sz="2200" b="0" i="0" kern="1200">
                  <a:solidFill>
                    <a:schemeClr val="tx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2000" b="0" i="0" kern="1200">
                  <a:solidFill>
                    <a:schemeClr val="tx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b="0" i="0" kern="1200">
                  <a:solidFill>
                    <a:schemeClr val="tx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b="0" i="0" kern="1200">
                  <a:solidFill>
                    <a:schemeClr val="tx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1" lang="ja-JP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rPr>
                <a:t>亜あ衣</a:t>
              </a:r>
              <a:r>
                <a:rPr kumimoji="1" lang="ja-JP" alt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rPr>
                <a:t>い宇う</a:t>
              </a:r>
              <a:endParaRPr kumimoji="1" lang="en-US" altLang="ja-JP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3" name="コンテンツ プレースホルダー 2">
              <a:extLst>
                <a:ext uri="{FF2B5EF4-FFF2-40B4-BE49-F238E27FC236}">
                  <a16:creationId xmlns:a16="http://schemas.microsoft.com/office/drawing/2014/main" id="{57E08B5A-4994-46A7-A176-D772861CA59B}"/>
                </a:ext>
              </a:extLst>
            </p:cNvPr>
            <p:cNvSpPr txBox="1">
              <a:spLocks/>
            </p:cNvSpPr>
            <p:nvPr/>
          </p:nvSpPr>
          <p:spPr>
            <a:xfrm>
              <a:off x="3021254" y="2357821"/>
              <a:ext cx="1244549" cy="294072"/>
            </a:xfrm>
            <a:prstGeom prst="rect">
              <a:avLst/>
            </a:prstGeom>
            <a:noFill/>
          </p:spPr>
          <p:txBody>
            <a:bodyPr/>
            <a:lstStyle>
              <a:lvl1pPr marL="342900" marR="0" indent="-342900" algn="l" defTabSz="914400" rtl="0" eaLnBrk="1" fontAlgn="auto" latinLnBrk="0" hangingPunct="1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 kumimoji="1" sz="2500" b="0" i="0" kern="1200">
                  <a:solidFill>
                    <a:schemeClr val="tx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defRPr>
              </a:lvl1pPr>
              <a:lvl2pPr marL="800100" marR="0" indent="-342900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 kumimoji="1" sz="2200" b="0" i="0" kern="1200">
                  <a:solidFill>
                    <a:schemeClr val="tx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2000" b="0" i="0" kern="1200">
                  <a:solidFill>
                    <a:schemeClr val="tx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b="0" i="0" kern="1200">
                  <a:solidFill>
                    <a:schemeClr val="tx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b="0" i="0" kern="1200">
                  <a:solidFill>
                    <a:schemeClr val="tx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1" lang="ja-JP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rPr>
                <a:t>游ゴシック</a:t>
              </a:r>
              <a:endPara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4" name="コンテンツ プレースホルダー 2">
              <a:extLst>
                <a:ext uri="{FF2B5EF4-FFF2-40B4-BE49-F238E27FC236}">
                  <a16:creationId xmlns:a16="http://schemas.microsoft.com/office/drawing/2014/main" id="{21A5CEDB-AB24-4B4F-920E-AD7B44506122}"/>
                </a:ext>
              </a:extLst>
            </p:cNvPr>
            <p:cNvSpPr txBox="1">
              <a:spLocks/>
            </p:cNvSpPr>
            <p:nvPr/>
          </p:nvSpPr>
          <p:spPr>
            <a:xfrm>
              <a:off x="3021254" y="3303491"/>
              <a:ext cx="1244549" cy="294072"/>
            </a:xfrm>
            <a:prstGeom prst="rect">
              <a:avLst/>
            </a:prstGeom>
            <a:noFill/>
          </p:spPr>
          <p:txBody>
            <a:bodyPr/>
            <a:lstStyle>
              <a:lvl1pPr marL="342900" marR="0" indent="-342900" algn="l" defTabSz="914400" rtl="0" eaLnBrk="1" fontAlgn="auto" latinLnBrk="0" hangingPunct="1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 kumimoji="1" sz="2500" b="0" i="0" kern="1200">
                  <a:solidFill>
                    <a:schemeClr val="tx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defRPr>
              </a:lvl1pPr>
              <a:lvl2pPr marL="800100" marR="0" indent="-342900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 kumimoji="1" sz="2200" b="0" i="0" kern="1200">
                  <a:solidFill>
                    <a:schemeClr val="tx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2000" b="0" i="0" kern="1200">
                  <a:solidFill>
                    <a:schemeClr val="tx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b="0" i="0" kern="1200">
                  <a:solidFill>
                    <a:schemeClr val="tx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b="0" i="0" kern="1200">
                  <a:solidFill>
                    <a:schemeClr val="tx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1" lang="ja-JP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rPr>
                <a:t>太字</a:t>
              </a:r>
              <a:endPara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5" name="コンテンツ プレースホルダー 2">
              <a:extLst>
                <a:ext uri="{FF2B5EF4-FFF2-40B4-BE49-F238E27FC236}">
                  <a16:creationId xmlns:a16="http://schemas.microsoft.com/office/drawing/2014/main" id="{824FA235-CE56-455D-9F5F-4E0D1DBAEE09}"/>
                </a:ext>
              </a:extLst>
            </p:cNvPr>
            <p:cNvSpPr txBox="1">
              <a:spLocks/>
            </p:cNvSpPr>
            <p:nvPr/>
          </p:nvSpPr>
          <p:spPr>
            <a:xfrm>
              <a:off x="3021253" y="4390183"/>
              <a:ext cx="1244549" cy="294072"/>
            </a:xfrm>
            <a:prstGeom prst="rect">
              <a:avLst/>
            </a:prstGeom>
            <a:noFill/>
          </p:spPr>
          <p:txBody>
            <a:bodyPr/>
            <a:lstStyle>
              <a:lvl1pPr marL="342900" marR="0" indent="-342900" algn="l" defTabSz="914400" rtl="0" eaLnBrk="1" fontAlgn="auto" latinLnBrk="0" hangingPunct="1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 kumimoji="1" sz="2500" b="0" i="0" kern="1200">
                  <a:solidFill>
                    <a:schemeClr val="tx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defRPr>
              </a:lvl1pPr>
              <a:lvl2pPr marL="800100" marR="0" indent="-342900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 kumimoji="1" sz="2200" b="0" i="0" kern="1200">
                  <a:solidFill>
                    <a:schemeClr val="tx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2000" b="0" i="0" kern="1200">
                  <a:solidFill>
                    <a:schemeClr val="tx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b="0" i="0" kern="1200">
                  <a:solidFill>
                    <a:schemeClr val="tx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b="0" i="0" kern="1200">
                  <a:solidFill>
                    <a:schemeClr val="tx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1" lang="ja-JP" altLang="en-US" sz="12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rPr>
                <a:t>標準</a:t>
              </a:r>
              <a:endParaRPr kumimoji="1" lang="en-US" altLang="ja-JP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7" name="コンテンツ プレースホルダー 2">
              <a:extLst>
                <a:ext uri="{FF2B5EF4-FFF2-40B4-BE49-F238E27FC236}">
                  <a16:creationId xmlns:a16="http://schemas.microsoft.com/office/drawing/2014/main" id="{84B0D87F-0937-4B60-8DB1-95ACEC0C681D}"/>
                </a:ext>
              </a:extLst>
            </p:cNvPr>
            <p:cNvSpPr txBox="1">
              <a:spLocks/>
            </p:cNvSpPr>
            <p:nvPr/>
          </p:nvSpPr>
          <p:spPr>
            <a:xfrm>
              <a:off x="4375201" y="4390183"/>
              <a:ext cx="4812333" cy="839902"/>
            </a:xfrm>
            <a:prstGeom prst="rect">
              <a:avLst/>
            </a:prstGeom>
            <a:noFill/>
          </p:spPr>
          <p:txBody>
            <a:bodyPr/>
            <a:lstStyle>
              <a:lvl1pPr marL="342900" marR="0" indent="-342900" algn="l" defTabSz="914400" rtl="0" eaLnBrk="1" fontAlgn="auto" latinLnBrk="0" hangingPunct="1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 kumimoji="1" sz="2500" b="0" i="0" kern="1200">
                  <a:solidFill>
                    <a:schemeClr val="tx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defRPr>
              </a:lvl1pPr>
              <a:lvl2pPr marL="800100" marR="0" indent="-342900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 kumimoji="1" sz="2200" b="0" i="0" kern="1200">
                  <a:solidFill>
                    <a:schemeClr val="tx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2000" b="0" i="0" kern="1200">
                  <a:solidFill>
                    <a:schemeClr val="tx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b="0" i="0" kern="1200">
                  <a:solidFill>
                    <a:schemeClr val="tx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b="0" i="0" kern="1200">
                  <a:solidFill>
                    <a:schemeClr val="tx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1" lang="ja-JP" altLang="en-US" sz="12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rPr>
                <a:t>あいうえお</a:t>
              </a:r>
              <a:r>
                <a:rPr lang="ja-JP" altLang="en-US" sz="1200" dirty="0">
                  <a:solidFill>
                    <a:prstClr val="black"/>
                  </a:solidFill>
                </a:rPr>
                <a:t>アイウエオ亜衣宇江夫かきくけこカキクケコ加紀久家子</a:t>
              </a:r>
              <a:endParaRPr kumimoji="1" lang="ja-JP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1" lang="en-US" altLang="ja-JP" sz="12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rPr>
                <a:t>ABCDEFGHIJKLMNOPQRSTUVWXYZ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1" lang="en-US" altLang="ja-JP" sz="120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rPr>
                <a:t>abcdefghijklmnopqrstuvwxyz</a:t>
              </a:r>
              <a:endParaRPr kumimoji="1" lang="en-US" altLang="ja-JP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1" lang="en-US" altLang="ja-JP" sz="12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rPr>
                <a:t>0123456789¥~&amp;%$#!?+-*/=/:;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6595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35040010-6DD1-C1F2-B7E7-F0FCBEEACC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6FFDD17B-3A1A-302E-20EA-1B05C4385A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47C8C924-D95F-9093-D8DD-FCD1B3186DE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27CC5837-6FE5-04E1-A435-5258145B49DE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6D94D1C5-8EAF-55B4-D909-DBE86D5FDE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527202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F3861C-F7D3-BC33-3C07-DA25A4BC4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3300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E497D920-642F-43DC-8BFF-092CD8A53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BFA85430-A94E-19A1-889E-96F99DFBD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147" y="300446"/>
            <a:ext cx="9936000" cy="477054"/>
          </a:xfrm>
        </p:spPr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52084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0492876"/>
      </p:ext>
    </p:extLst>
  </p:cSld>
  <p:clrMapOvr>
    <a:masterClrMapping/>
  </p:clrMapOvr>
</p:sld>
</file>

<file path=ppt/theme/theme1.xml><?xml version="1.0" encoding="utf-8"?>
<a:theme xmlns:a="http://schemas.openxmlformats.org/drawingml/2006/main" name="【表紙】">
  <a:themeElements>
    <a:clrScheme name="AVANT GROUP_color pallet">
      <a:dk1>
        <a:sysClr val="windowText" lastClr="000000"/>
      </a:dk1>
      <a:lt1>
        <a:sysClr val="window" lastClr="FFFFFF"/>
      </a:lt1>
      <a:dk2>
        <a:srgbClr val="354050"/>
      </a:dk2>
      <a:lt2>
        <a:srgbClr val="F3F6F9"/>
      </a:lt2>
      <a:accent1>
        <a:srgbClr val="003399"/>
      </a:accent1>
      <a:accent2>
        <a:srgbClr val="217DC2"/>
      </a:accent2>
      <a:accent3>
        <a:srgbClr val="FF5050"/>
      </a:accent3>
      <a:accent4>
        <a:srgbClr val="E65A28"/>
      </a:accent4>
      <a:accent5>
        <a:srgbClr val="F8B500"/>
      </a:accent5>
      <a:accent6>
        <a:srgbClr val="53A89B"/>
      </a:accent6>
      <a:hlink>
        <a:srgbClr val="0563C1"/>
      </a:hlink>
      <a:folHlink>
        <a:srgbClr val="954F72"/>
      </a:folHlink>
    </a:clrScheme>
    <a:fontScheme name="游ゴシック">
      <a:majorFont>
        <a:latin typeface="游ゴシック"/>
        <a:ea typeface="游ゴシック"/>
        <a:cs typeface=""/>
      </a:majorFont>
      <a:minorFont>
        <a:latin typeface="游ゴシック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20000"/>
            <a:lumOff val="80000"/>
          </a:schemeClr>
        </a:solidFill>
        <a:ln>
          <a:noFill/>
        </a:ln>
      </a:spPr>
      <a:bodyPr lIns="90000" tIns="46800" rIns="90000" bIns="46800" rtlCol="0" anchor="ctr">
        <a:spAutoFit/>
      </a:bodyPr>
      <a:lstStyle>
        <a:defPPr algn="ctr">
          <a:defRPr kumimoji="1" dirty="0" err="1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【中扉】">
  <a:themeElements>
    <a:clrScheme name="AVANT GROUP_color pallet">
      <a:dk1>
        <a:sysClr val="windowText" lastClr="000000"/>
      </a:dk1>
      <a:lt1>
        <a:sysClr val="window" lastClr="FFFFFF"/>
      </a:lt1>
      <a:dk2>
        <a:srgbClr val="354050"/>
      </a:dk2>
      <a:lt2>
        <a:srgbClr val="F3F6F9"/>
      </a:lt2>
      <a:accent1>
        <a:srgbClr val="003399"/>
      </a:accent1>
      <a:accent2>
        <a:srgbClr val="217DC2"/>
      </a:accent2>
      <a:accent3>
        <a:srgbClr val="FF5050"/>
      </a:accent3>
      <a:accent4>
        <a:srgbClr val="E65A28"/>
      </a:accent4>
      <a:accent5>
        <a:srgbClr val="F8B500"/>
      </a:accent5>
      <a:accent6>
        <a:srgbClr val="53A89B"/>
      </a:accent6>
      <a:hlink>
        <a:srgbClr val="0563C1"/>
      </a:hlink>
      <a:folHlink>
        <a:srgbClr val="954F72"/>
      </a:folHlink>
    </a:clrScheme>
    <a:fontScheme name="游ゴシック">
      <a:majorFont>
        <a:latin typeface="游ゴシック"/>
        <a:ea typeface="游ゴシック"/>
        <a:cs typeface=""/>
      </a:majorFont>
      <a:minorFont>
        <a:latin typeface="游ゴシック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20000"/>
            <a:lumOff val="80000"/>
          </a:schemeClr>
        </a:solidFill>
        <a:ln>
          <a:noFill/>
        </a:ln>
      </a:spPr>
      <a:bodyPr lIns="90000" tIns="46800" rIns="90000" bIns="46800" rtlCol="0" anchor="ctr">
        <a:spAutoFit/>
      </a:bodyPr>
      <a:lstStyle>
        <a:defPPr algn="ctr">
          <a:defRPr kumimoji="1" dirty="0" err="1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【中ページ】">
  <a:themeElements>
    <a:clrScheme name="AVANT GROUP_color pallet">
      <a:dk1>
        <a:sysClr val="windowText" lastClr="000000"/>
      </a:dk1>
      <a:lt1>
        <a:sysClr val="window" lastClr="FFFFFF"/>
      </a:lt1>
      <a:dk2>
        <a:srgbClr val="354050"/>
      </a:dk2>
      <a:lt2>
        <a:srgbClr val="F3F6F9"/>
      </a:lt2>
      <a:accent1>
        <a:srgbClr val="003399"/>
      </a:accent1>
      <a:accent2>
        <a:srgbClr val="217DC2"/>
      </a:accent2>
      <a:accent3>
        <a:srgbClr val="FF5050"/>
      </a:accent3>
      <a:accent4>
        <a:srgbClr val="E65A28"/>
      </a:accent4>
      <a:accent5>
        <a:srgbClr val="F8B500"/>
      </a:accent5>
      <a:accent6>
        <a:srgbClr val="53A89B"/>
      </a:accent6>
      <a:hlink>
        <a:srgbClr val="0563C1"/>
      </a:hlink>
      <a:folHlink>
        <a:srgbClr val="954F72"/>
      </a:folHlink>
    </a:clrScheme>
    <a:fontScheme name="游ゴシック">
      <a:majorFont>
        <a:latin typeface="游ゴシック"/>
        <a:ea typeface="游ゴシック"/>
        <a:cs typeface=""/>
      </a:majorFont>
      <a:minorFont>
        <a:latin typeface="游ゴシック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20000"/>
            <a:lumOff val="80000"/>
          </a:schemeClr>
        </a:solidFill>
        <a:ln>
          <a:noFill/>
        </a:ln>
      </a:spPr>
      <a:bodyPr lIns="90000" tIns="46800" rIns="90000" bIns="46800" rtlCol="0" anchor="ctr">
        <a:spAutoFit/>
      </a:bodyPr>
      <a:lstStyle>
        <a:defPPr algn="ctr">
          <a:defRPr kumimoji="1" dirty="0" err="1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【背表紙】">
  <a:themeElements>
    <a:clrScheme name="AVANT GROUP_color pallet">
      <a:dk1>
        <a:sysClr val="windowText" lastClr="000000"/>
      </a:dk1>
      <a:lt1>
        <a:sysClr val="window" lastClr="FFFFFF"/>
      </a:lt1>
      <a:dk2>
        <a:srgbClr val="354050"/>
      </a:dk2>
      <a:lt2>
        <a:srgbClr val="F3F6F9"/>
      </a:lt2>
      <a:accent1>
        <a:srgbClr val="003399"/>
      </a:accent1>
      <a:accent2>
        <a:srgbClr val="217DC2"/>
      </a:accent2>
      <a:accent3>
        <a:srgbClr val="FF5050"/>
      </a:accent3>
      <a:accent4>
        <a:srgbClr val="E65A28"/>
      </a:accent4>
      <a:accent5>
        <a:srgbClr val="F8B500"/>
      </a:accent5>
      <a:accent6>
        <a:srgbClr val="53A89B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20000"/>
            <a:lumOff val="80000"/>
          </a:schemeClr>
        </a:solidFill>
        <a:ln>
          <a:noFill/>
        </a:ln>
      </a:spPr>
      <a:bodyPr lIns="90000" tIns="46800" rIns="90000" bIns="46800" rtlCol="0" anchor="ctr">
        <a:spAutoFit/>
      </a:bodyPr>
      <a:lstStyle>
        <a:defPPr algn="ctr">
          <a:defRPr kumimoji="1" dirty="0" err="1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D3F8983F41F8D64F8481CD609978DC4C" ma:contentTypeVersion="15" ma:contentTypeDescription="新しいドキュメントを作成します。" ma:contentTypeScope="" ma:versionID="a27f38499c02a74ef9ad2f075d8ee567">
  <xsd:schema xmlns:xsd="http://www.w3.org/2001/XMLSchema" xmlns:xs="http://www.w3.org/2001/XMLSchema" xmlns:p="http://schemas.microsoft.com/office/2006/metadata/properties" xmlns:ns2="618928a2-b087-4594-b65d-b8e0140bf813" xmlns:ns3="4a931c32-2577-4fd5-9b58-9e510b7d7a46" targetNamespace="http://schemas.microsoft.com/office/2006/metadata/properties" ma:root="true" ma:fieldsID="b073abed534b1c004db110d201b6b5ff" ns2:_="" ns3:_="">
    <xsd:import namespace="618928a2-b087-4594-b65d-b8e0140bf813"/>
    <xsd:import namespace="4a931c32-2577-4fd5-9b58-9e510b7d7a4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EventHashCode" minOccurs="0"/>
                <xsd:element ref="ns2:MediaServiceGenerationTim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8928a2-b087-4594-b65d-b8e0140bf8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画像タグ" ma:readOnly="false" ma:fieldId="{5cf76f15-5ced-4ddc-b409-7134ff3c332f}" ma:taxonomyMulti="true" ma:sspId="30b58a26-25c6-42ea-a8e1-f06ca2f3aba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931c32-2577-4fd5-9b58-9e510b7d7a4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0b238a7-1b8d-4b80-97b7-ac41ed7cea8e}" ma:internalName="TaxCatchAll" ma:showField="CatchAllData" ma:web="4a931c32-2577-4fd5-9b58-9e510b7d7a4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a931c32-2577-4fd5-9b58-9e510b7d7a46" xsi:nil="true"/>
    <lcf76f155ced4ddcb4097134ff3c332f xmlns="618928a2-b087-4594-b65d-b8e0140bf813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F36E57-BB29-48C1-BE4A-7B0AE68D34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18928a2-b087-4594-b65d-b8e0140bf813"/>
    <ds:schemaRef ds:uri="4a931c32-2577-4fd5-9b58-9e510b7d7a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FBFE65C-668D-4F46-A31A-82BBBE55514B}">
  <ds:schemaRefs>
    <ds:schemaRef ds:uri="http://purl.org/dc/dcmitype/"/>
    <ds:schemaRef ds:uri="1ed4b818-4761-410b-a055-9bedf51abdf3"/>
    <ds:schemaRef ds:uri="6db1765a-41c1-4826-82f4-5a2c3741b55f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4a931c32-2577-4fd5-9b58-9e510b7d7a46"/>
    <ds:schemaRef ds:uri="618928a2-b087-4594-b65d-b8e0140bf813"/>
  </ds:schemaRefs>
</ds:datastoreItem>
</file>

<file path=customXml/itemProps3.xml><?xml version="1.0" encoding="utf-8"?>
<ds:datastoreItem xmlns:ds="http://schemas.openxmlformats.org/officeDocument/2006/customXml" ds:itemID="{95A79FE7-D55C-4E60-B9BB-B4C49262DEF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</Words>
  <Application>Microsoft Office PowerPoint</Application>
  <PresentationFormat>ワイド画面</PresentationFormat>
  <Paragraphs>60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4</vt:i4>
      </vt:variant>
      <vt:variant>
        <vt:lpstr>スライド タイトル</vt:lpstr>
      </vt:variant>
      <vt:variant>
        <vt:i4>10</vt:i4>
      </vt:variant>
    </vt:vector>
  </HeadingPairs>
  <TitlesOfParts>
    <vt:vector size="20" baseType="lpstr">
      <vt:lpstr>(日本語用のフォントを使用)</vt:lpstr>
      <vt:lpstr>Koburina Gothic StdN W3</vt:lpstr>
      <vt:lpstr>Koburina Gothic StdN W6</vt:lpstr>
      <vt:lpstr>游ゴシック</vt:lpstr>
      <vt:lpstr>游ゴシック</vt:lpstr>
      <vt:lpstr>Arial</vt:lpstr>
      <vt:lpstr>【表紙】</vt:lpstr>
      <vt:lpstr>【中扉】</vt:lpstr>
      <vt:lpstr>【中ページ】</vt:lpstr>
      <vt:lpstr>【背表紙】</vt:lpstr>
      <vt:lpstr>変更履歴</vt:lpstr>
      <vt:lpstr>ご利用の前に</vt:lpstr>
      <vt:lpstr>注意事項 - 日付の記載について</vt:lpstr>
      <vt:lpstr>注意事項 - その他</vt:lpstr>
      <vt:lpstr>スライド追加方法</vt:lpstr>
      <vt:lpstr>推奨書体・最小文字サイズ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2023-04-19T09:13:49Z</dcterms:created>
  <dcterms:modified xsi:type="dcterms:W3CDTF">2025-03-03T07:37:00Z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0x010100860C24C4F2295B4398DC03AE3F29D732</vt:lpwstr>
  </property>
  <property fmtid="{D5CDD505-2E9C-101B-9397-08002B2CF9AE}" pid="3" name="MediaServiceImageTags">
    <vt:lpwstr/>
  </property>
</Properties>
</file>